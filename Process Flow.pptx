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793" r:id="rId5"/>
    <p:sldMasterId id="2147483805" r:id="rId6"/>
    <p:sldMasterId id="2147483838" r:id="rId7"/>
  </p:sldMasterIdLst>
  <p:notesMasterIdLst>
    <p:notesMasterId r:id="rId13"/>
  </p:notesMasterIdLst>
  <p:handoutMasterIdLst>
    <p:handoutMasterId r:id="rId14"/>
  </p:handoutMasterIdLst>
  <p:sldIdLst>
    <p:sldId id="2147470937" r:id="rId8"/>
    <p:sldId id="2147470936" r:id="rId9"/>
    <p:sldId id="2147470940" r:id="rId10"/>
    <p:sldId id="2147470938" r:id="rId11"/>
    <p:sldId id="2147470941" r:id="rId12"/>
  </p:sldIdLst>
  <p:sldSz cx="12192000" cy="6858000"/>
  <p:notesSz cx="6858000" cy="9144000"/>
  <p:embeddedFontLst>
    <p:embeddedFont>
      <p:font typeface="Arial Rounded MT Bold" panose="020F0704030504030204" pitchFamily="34" charset="0"/>
      <p:regular r:id="rId15"/>
    </p:embeddedFont>
    <p:embeddedFont>
      <p:font typeface="Nestle Brush" panose="00000500000000000000" pitchFamily="2" charset="0"/>
      <p:regular r:id="rId16"/>
      <p:bold r:id="rId17"/>
      <p:italic r:id="rId18"/>
      <p:boldItalic r:id="rId19"/>
    </p:embeddedFont>
    <p:embeddedFont>
      <p:font typeface="Nestle Text TF Light" panose="00000400000000000000" pitchFamily="2" charset="0"/>
      <p:regular r:id="rId20"/>
      <p:bold r:id="rId21"/>
      <p:italic r:id="rId22"/>
      <p:boldItalic r:id="rId23"/>
    </p:embeddedFont>
    <p:embeddedFont>
      <p:font typeface="Nestle_Brush" panose="020B0604020202020204" charset="0"/>
      <p:regular r:id="rId24"/>
      <p:bold r:id="rId25"/>
      <p:italic r:id="rId26"/>
      <p:boldItalic r:id="rId27"/>
    </p:embeddedFont>
    <p:embeddedFont>
      <p:font typeface="Nestle_BrushAR" panose="020B0604020202020204" charset="0"/>
      <p:regular r:id="rId28"/>
      <p:bold r:id="rId29"/>
      <p:italic r:id="rId30"/>
      <p:boldItalic r:id="rId31"/>
    </p:embeddedFont>
    <p:embeddedFont>
      <p:font typeface="Nestle_ScriptARA" panose="020B0604020202020204" charset="0"/>
      <p:regular r:id="rId32"/>
      <p:bold r:id="rId33"/>
      <p:italic r:id="rId34"/>
      <p:boldItalic r:id="rId35"/>
    </p:embeddedFont>
    <p:embeddedFont>
      <p:font typeface="Nestle_ScriptCYR" panose="020B0604020202020204" charset="0"/>
      <p:regular r:id="rId36"/>
      <p:bold r:id="rId37"/>
      <p:italic r:id="rId38"/>
      <p:boldItalic r:id="rId39"/>
    </p:embeddedFont>
    <p:embeddedFont>
      <p:font typeface="Nestle_ScriptEUR" panose="020B0604020202020204" charset="0"/>
      <p:regular r:id="rId40"/>
      <p:bold r:id="rId41"/>
      <p:italic r:id="rId42"/>
      <p:boldItalic r:id="rId43"/>
    </p:embeddedFont>
    <p:embeddedFont>
      <p:font typeface="Nestle_ScriptGRK" panose="020B0604020202020204" charset="0"/>
      <p:regular r:id="rId44"/>
      <p:bold r:id="rId45"/>
      <p:italic r:id="rId46"/>
      <p:boldItalic r:id="rId47"/>
    </p:embeddedFont>
    <p:embeddedFont>
      <p:font typeface="Nestle_ScriptVIT" panose="020B0604020202020204" charset="0"/>
      <p:regular r:id="rId48"/>
      <p:bold r:id="rId49"/>
      <p:italic r:id="rId50"/>
      <p:boldItalic r:id="rId51"/>
    </p:embeddedFont>
    <p:embeddedFont>
      <p:font typeface="Nestle_Text Book" panose="00000500000000000000" charset="0"/>
      <p:regular r:id="rId52"/>
      <p:bold r:id="rId53"/>
      <p:italic r:id="rId54"/>
      <p:boldItalic r:id="rId55"/>
    </p:embeddedFont>
    <p:embeddedFont>
      <p:font typeface="Poppins" panose="00000500000000000000" pitchFamily="2" charset="0"/>
      <p:regular r:id="rId56"/>
      <p:bold r:id="rId57"/>
      <p:italic r:id="rId58"/>
      <p:boldItalic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246"/>
    <a:srgbClr val="1C9CC8"/>
    <a:srgbClr val="73A03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89314-BED9-4663-9EB9-CA2B94B50609}" v="2" dt="2026-02-09T14:19:43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456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font" Target="fonts/font28.fntdata"/><Relationship Id="rId47" Type="http://schemas.openxmlformats.org/officeDocument/2006/relationships/font" Target="fonts/font33.fntdata"/><Relationship Id="rId50" Type="http://schemas.openxmlformats.org/officeDocument/2006/relationships/font" Target="fonts/font36.fntdata"/><Relationship Id="rId55" Type="http://schemas.openxmlformats.org/officeDocument/2006/relationships/font" Target="fonts/font41.fntdata"/><Relationship Id="rId63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9" Type="http://schemas.openxmlformats.org/officeDocument/2006/relationships/font" Target="fonts/font15.fntdata"/><Relationship Id="rId11" Type="http://schemas.openxmlformats.org/officeDocument/2006/relationships/slide" Target="slides/slide4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font" Target="fonts/font26.fntdata"/><Relationship Id="rId45" Type="http://schemas.openxmlformats.org/officeDocument/2006/relationships/font" Target="fonts/font31.fntdata"/><Relationship Id="rId53" Type="http://schemas.openxmlformats.org/officeDocument/2006/relationships/font" Target="fonts/font39.fntdata"/><Relationship Id="rId58" Type="http://schemas.openxmlformats.org/officeDocument/2006/relationships/font" Target="fonts/font44.fntdata"/><Relationship Id="rId5" Type="http://schemas.openxmlformats.org/officeDocument/2006/relationships/slideMaster" Target="slideMasters/slideMaster2.xml"/><Relationship Id="rId61" Type="http://schemas.openxmlformats.org/officeDocument/2006/relationships/viewProps" Target="viewProps.xml"/><Relationship Id="rId19" Type="http://schemas.openxmlformats.org/officeDocument/2006/relationships/font" Target="fonts/font5.fntdata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font" Target="fonts/font29.fntdata"/><Relationship Id="rId48" Type="http://schemas.openxmlformats.org/officeDocument/2006/relationships/font" Target="fonts/font34.fntdata"/><Relationship Id="rId56" Type="http://schemas.openxmlformats.org/officeDocument/2006/relationships/font" Target="fonts/font42.fntdata"/><Relationship Id="rId64" Type="http://schemas.microsoft.com/office/2016/11/relationships/changesInfo" Target="changesInfos/changesInfo1.xml"/><Relationship Id="rId8" Type="http://schemas.openxmlformats.org/officeDocument/2006/relationships/slide" Target="slides/slide1.xml"/><Relationship Id="rId51" Type="http://schemas.openxmlformats.org/officeDocument/2006/relationships/font" Target="fonts/font3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Relationship Id="rId46" Type="http://schemas.openxmlformats.org/officeDocument/2006/relationships/font" Target="fonts/font32.fntdata"/><Relationship Id="rId59" Type="http://schemas.openxmlformats.org/officeDocument/2006/relationships/font" Target="fonts/font45.fntdata"/><Relationship Id="rId20" Type="http://schemas.openxmlformats.org/officeDocument/2006/relationships/font" Target="fonts/font6.fntdata"/><Relationship Id="rId41" Type="http://schemas.openxmlformats.org/officeDocument/2006/relationships/font" Target="fonts/font27.fntdata"/><Relationship Id="rId54" Type="http://schemas.openxmlformats.org/officeDocument/2006/relationships/font" Target="fonts/font40.fntdata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49" Type="http://schemas.openxmlformats.org/officeDocument/2006/relationships/font" Target="fonts/font35.fntdata"/><Relationship Id="rId57" Type="http://schemas.openxmlformats.org/officeDocument/2006/relationships/font" Target="fonts/font43.fntdata"/><Relationship Id="rId10" Type="http://schemas.openxmlformats.org/officeDocument/2006/relationships/slide" Target="slides/slide3.xml"/><Relationship Id="rId31" Type="http://schemas.openxmlformats.org/officeDocument/2006/relationships/font" Target="fonts/font17.fntdata"/><Relationship Id="rId44" Type="http://schemas.openxmlformats.org/officeDocument/2006/relationships/font" Target="fonts/font30.fntdata"/><Relationship Id="rId52" Type="http://schemas.openxmlformats.org/officeDocument/2006/relationships/font" Target="fonts/font38.fntdata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9" Type="http://schemas.openxmlformats.org/officeDocument/2006/relationships/font" Target="fonts/font2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are,Philip,GH-Tema" userId="52d33a7e-bd12-4736-bfd0-3093823adf38" providerId="ADAL" clId="{B81A08C8-B73F-4B8E-B123-566058E7478B}"/>
    <pc:docChg chg="undo custSel addSld delSld modSld">
      <pc:chgData name="Asare,Philip,GH-Tema" userId="52d33a7e-bd12-4736-bfd0-3093823adf38" providerId="ADAL" clId="{B81A08C8-B73F-4B8E-B123-566058E7478B}" dt="2026-02-09T15:30:34.015" v="3221" actId="47"/>
      <pc:docMkLst>
        <pc:docMk/>
      </pc:docMkLst>
      <pc:sldChg chg="del">
        <pc:chgData name="Asare,Philip,GH-Tema" userId="52d33a7e-bd12-4736-bfd0-3093823adf38" providerId="ADAL" clId="{B81A08C8-B73F-4B8E-B123-566058E7478B}" dt="2026-02-09T14:20:29.586" v="3036" actId="47"/>
        <pc:sldMkLst>
          <pc:docMk/>
          <pc:sldMk cId="2185015413" sldId="2147470935"/>
        </pc:sldMkLst>
      </pc:sldChg>
      <pc:sldChg chg="addSp delSp modSp mod modClrScheme chgLayout">
        <pc:chgData name="Asare,Philip,GH-Tema" userId="52d33a7e-bd12-4736-bfd0-3093823adf38" providerId="ADAL" clId="{B81A08C8-B73F-4B8E-B123-566058E7478B}" dt="2026-02-09T14:21:24.717" v="3046" actId="242"/>
        <pc:sldMkLst>
          <pc:docMk/>
          <pc:sldMk cId="4221405614" sldId="2147470936"/>
        </pc:sldMkLst>
        <pc:spChg chg="del mod ord">
          <ac:chgData name="Asare,Philip,GH-Tema" userId="52d33a7e-bd12-4736-bfd0-3093823adf38" providerId="ADAL" clId="{B81A08C8-B73F-4B8E-B123-566058E7478B}" dt="2026-02-09T13:03:04.500" v="0" actId="700"/>
          <ac:spMkLst>
            <pc:docMk/>
            <pc:sldMk cId="4221405614" sldId="2147470936"/>
            <ac:spMk id="2" creationId="{D0D1B07C-26F0-DB0A-DAED-351C8320C745}"/>
          </ac:spMkLst>
        </pc:spChg>
        <pc:spChg chg="del mod ord">
          <ac:chgData name="Asare,Philip,GH-Tema" userId="52d33a7e-bd12-4736-bfd0-3093823adf38" providerId="ADAL" clId="{B81A08C8-B73F-4B8E-B123-566058E7478B}" dt="2026-02-09T13:11:33.742" v="387" actId="478"/>
          <ac:spMkLst>
            <pc:docMk/>
            <pc:sldMk cId="4221405614" sldId="2147470936"/>
            <ac:spMk id="3" creationId="{F2A0CA04-F9D6-FF06-4058-05FA321B52D9}"/>
          </ac:spMkLst>
        </pc:spChg>
        <pc:spChg chg="del mod ord">
          <ac:chgData name="Asare,Philip,GH-Tema" userId="52d33a7e-bd12-4736-bfd0-3093823adf38" providerId="ADAL" clId="{B81A08C8-B73F-4B8E-B123-566058E7478B}" dt="2026-02-09T13:11:33.742" v="387" actId="478"/>
          <ac:spMkLst>
            <pc:docMk/>
            <pc:sldMk cId="4221405614" sldId="2147470936"/>
            <ac:spMk id="4" creationId="{0FB27317-85ED-EAF1-A9E4-FB618564559D}"/>
          </ac:spMkLst>
        </pc:spChg>
        <pc:spChg chg="mod ord">
          <ac:chgData name="Asare,Philip,GH-Tema" userId="52d33a7e-bd12-4736-bfd0-3093823adf38" providerId="ADAL" clId="{B81A08C8-B73F-4B8E-B123-566058E7478B}" dt="2026-02-09T13:03:04.500" v="0" actId="700"/>
          <ac:spMkLst>
            <pc:docMk/>
            <pc:sldMk cId="4221405614" sldId="2147470936"/>
            <ac:spMk id="5" creationId="{F76B1D7A-0842-1342-172D-A299A026595A}"/>
          </ac:spMkLst>
        </pc:spChg>
        <pc:spChg chg="add mod ord">
          <ac:chgData name="Asare,Philip,GH-Tema" userId="52d33a7e-bd12-4736-bfd0-3093823adf38" providerId="ADAL" clId="{B81A08C8-B73F-4B8E-B123-566058E7478B}" dt="2026-02-09T14:09:26.213" v="2752" actId="14100"/>
          <ac:spMkLst>
            <pc:docMk/>
            <pc:sldMk cId="4221405614" sldId="2147470936"/>
            <ac:spMk id="6" creationId="{95C95BD8-70B4-DDCF-92F2-3F0930BE0669}"/>
          </ac:spMkLst>
        </pc:spChg>
        <pc:spChg chg="add mod ord">
          <ac:chgData name="Asare,Philip,GH-Tema" userId="52d33a7e-bd12-4736-bfd0-3093823adf38" providerId="ADAL" clId="{B81A08C8-B73F-4B8E-B123-566058E7478B}" dt="2026-02-09T14:21:24.717" v="3046" actId="242"/>
          <ac:spMkLst>
            <pc:docMk/>
            <pc:sldMk cId="4221405614" sldId="2147470936"/>
            <ac:spMk id="7" creationId="{FCCADC2E-67A4-4A35-4EF4-878799119D09}"/>
          </ac:spMkLst>
        </pc:spChg>
      </pc:sldChg>
      <pc:sldChg chg="modSp mod">
        <pc:chgData name="Asare,Philip,GH-Tema" userId="52d33a7e-bd12-4736-bfd0-3093823adf38" providerId="ADAL" clId="{B81A08C8-B73F-4B8E-B123-566058E7478B}" dt="2026-02-09T14:28:16.981" v="3220" actId="1036"/>
        <pc:sldMkLst>
          <pc:docMk/>
          <pc:sldMk cId="3003871598" sldId="2147470937"/>
        </pc:sldMkLst>
        <pc:spChg chg="mod">
          <ac:chgData name="Asare,Philip,GH-Tema" userId="52d33a7e-bd12-4736-bfd0-3093823adf38" providerId="ADAL" clId="{B81A08C8-B73F-4B8E-B123-566058E7478B}" dt="2026-02-09T14:28:16.981" v="3220" actId="1036"/>
          <ac:spMkLst>
            <pc:docMk/>
            <pc:sldMk cId="3003871598" sldId="2147470937"/>
            <ac:spMk id="7" creationId="{B7338FD5-EC90-5BD8-0D84-D4B200444DE7}"/>
          </ac:spMkLst>
        </pc:spChg>
        <pc:spChg chg="mod">
          <ac:chgData name="Asare,Philip,GH-Tema" userId="52d33a7e-bd12-4736-bfd0-3093823adf38" providerId="ADAL" clId="{B81A08C8-B73F-4B8E-B123-566058E7478B}" dt="2026-02-09T14:28:16.981" v="3220" actId="1036"/>
          <ac:spMkLst>
            <pc:docMk/>
            <pc:sldMk cId="3003871598" sldId="2147470937"/>
            <ac:spMk id="40" creationId="{6E04FA87-9ACC-4B86-34F4-F46DD3BB9EC5}"/>
          </ac:spMkLst>
        </pc:spChg>
        <pc:graphicFrameChg chg="mod">
          <ac:chgData name="Asare,Philip,GH-Tema" userId="52d33a7e-bd12-4736-bfd0-3093823adf38" providerId="ADAL" clId="{B81A08C8-B73F-4B8E-B123-566058E7478B}" dt="2026-02-09T14:28:16.981" v="3220" actId="1036"/>
          <ac:graphicFrameMkLst>
            <pc:docMk/>
            <pc:sldMk cId="3003871598" sldId="2147470937"/>
            <ac:graphicFrameMk id="4" creationId="{ECC4FDC9-B3A5-328C-CF62-A32AD178F669}"/>
          </ac:graphicFrameMkLst>
        </pc:graphicFrameChg>
        <pc:picChg chg="mod">
          <ac:chgData name="Asare,Philip,GH-Tema" userId="52d33a7e-bd12-4736-bfd0-3093823adf38" providerId="ADAL" clId="{B81A08C8-B73F-4B8E-B123-566058E7478B}" dt="2026-02-09T14:28:16.981" v="3220" actId="1036"/>
          <ac:picMkLst>
            <pc:docMk/>
            <pc:sldMk cId="3003871598" sldId="2147470937"/>
            <ac:picMk id="42" creationId="{DF37AC67-8AEB-E1D0-CCBF-347B113DCD00}"/>
          </ac:picMkLst>
        </pc:picChg>
      </pc:sldChg>
      <pc:sldChg chg="addSp delSp modSp add mod modClrScheme chgLayout">
        <pc:chgData name="Asare,Philip,GH-Tema" userId="52d33a7e-bd12-4736-bfd0-3093823adf38" providerId="ADAL" clId="{B81A08C8-B73F-4B8E-B123-566058E7478B}" dt="2026-02-09T13:55:52.307" v="2192" actId="26606"/>
        <pc:sldMkLst>
          <pc:docMk/>
          <pc:sldMk cId="1931991871" sldId="2147470938"/>
        </pc:sldMkLst>
        <pc:spChg chg="del">
          <ac:chgData name="Asare,Philip,GH-Tema" userId="52d33a7e-bd12-4736-bfd0-3093823adf38" providerId="ADAL" clId="{B81A08C8-B73F-4B8E-B123-566058E7478B}" dt="2026-02-09T13:55:23.263" v="2187" actId="478"/>
          <ac:spMkLst>
            <pc:docMk/>
            <pc:sldMk cId="1931991871" sldId="2147470938"/>
            <ac:spMk id="3" creationId="{CA8C2ED0-FF69-39F2-471C-653413D575CC}"/>
          </ac:spMkLst>
        </pc:spChg>
        <pc:spChg chg="del">
          <ac:chgData name="Asare,Philip,GH-Tema" userId="52d33a7e-bd12-4736-bfd0-3093823adf38" providerId="ADAL" clId="{B81A08C8-B73F-4B8E-B123-566058E7478B}" dt="2026-02-09T13:55:23.263" v="2187" actId="478"/>
          <ac:spMkLst>
            <pc:docMk/>
            <pc:sldMk cId="1931991871" sldId="2147470938"/>
            <ac:spMk id="4" creationId="{D5126752-A886-F49E-BD33-A87A04C6C366}"/>
          </ac:spMkLst>
        </pc:spChg>
        <pc:spChg chg="del">
          <ac:chgData name="Asare,Philip,GH-Tema" userId="52d33a7e-bd12-4736-bfd0-3093823adf38" providerId="ADAL" clId="{B81A08C8-B73F-4B8E-B123-566058E7478B}" dt="2026-02-09T13:55:23.263" v="2187" actId="478"/>
          <ac:spMkLst>
            <pc:docMk/>
            <pc:sldMk cId="1931991871" sldId="2147470938"/>
            <ac:spMk id="5" creationId="{94A873A7-00AF-D418-F8B6-3A161C9D2502}"/>
          </ac:spMkLst>
        </pc:spChg>
        <pc:spChg chg="del">
          <ac:chgData name="Asare,Philip,GH-Tema" userId="52d33a7e-bd12-4736-bfd0-3093823adf38" providerId="ADAL" clId="{B81A08C8-B73F-4B8E-B123-566058E7478B}" dt="2026-02-09T13:55:23.263" v="2187" actId="478"/>
          <ac:spMkLst>
            <pc:docMk/>
            <pc:sldMk cId="1931991871" sldId="2147470938"/>
            <ac:spMk id="6" creationId="{E0109731-3C0B-651C-1450-3F5329025F0C}"/>
          </ac:spMkLst>
        </pc:spChg>
        <pc:spChg chg="del">
          <ac:chgData name="Asare,Philip,GH-Tema" userId="52d33a7e-bd12-4736-bfd0-3093823adf38" providerId="ADAL" clId="{B81A08C8-B73F-4B8E-B123-566058E7478B}" dt="2026-02-09T13:55:23.263" v="2187" actId="478"/>
          <ac:spMkLst>
            <pc:docMk/>
            <pc:sldMk cId="1931991871" sldId="2147470938"/>
            <ac:spMk id="7" creationId="{27A86D46-A12A-A144-6A28-672F3F89640E}"/>
          </ac:spMkLst>
        </pc:spChg>
        <pc:spChg chg="add del mod">
          <ac:chgData name="Asare,Philip,GH-Tema" userId="52d33a7e-bd12-4736-bfd0-3093823adf38" providerId="ADAL" clId="{B81A08C8-B73F-4B8E-B123-566058E7478B}" dt="2026-02-09T13:55:25.395" v="2188" actId="478"/>
          <ac:spMkLst>
            <pc:docMk/>
            <pc:sldMk cId="1931991871" sldId="2147470938"/>
            <ac:spMk id="8" creationId="{B6D568B5-42F3-34E6-56CE-A9A71D609275}"/>
          </ac:spMkLst>
        </pc:spChg>
        <pc:picChg chg="add mod">
          <ac:chgData name="Asare,Philip,GH-Tema" userId="52d33a7e-bd12-4736-bfd0-3093823adf38" providerId="ADAL" clId="{B81A08C8-B73F-4B8E-B123-566058E7478B}" dt="2026-02-09T13:55:52.307" v="2192" actId="26606"/>
          <ac:picMkLst>
            <pc:docMk/>
            <pc:sldMk cId="1931991871" sldId="2147470938"/>
            <ac:picMk id="10" creationId="{EABCF715-1346-5C7A-8646-457910E24683}"/>
          </ac:picMkLst>
        </pc:picChg>
      </pc:sldChg>
      <pc:sldChg chg="add del">
        <pc:chgData name="Asare,Philip,GH-Tema" userId="52d33a7e-bd12-4736-bfd0-3093823adf38" providerId="ADAL" clId="{B81A08C8-B73F-4B8E-B123-566058E7478B}" dt="2026-02-09T15:30:34.015" v="3221" actId="47"/>
        <pc:sldMkLst>
          <pc:docMk/>
          <pc:sldMk cId="3226831385" sldId="2147470939"/>
        </pc:sldMkLst>
      </pc:sldChg>
      <pc:sldChg chg="delSp modSp new mod">
        <pc:chgData name="Asare,Philip,GH-Tema" userId="52d33a7e-bd12-4736-bfd0-3093823adf38" providerId="ADAL" clId="{B81A08C8-B73F-4B8E-B123-566058E7478B}" dt="2026-02-09T14:27:54.859" v="3199" actId="20577"/>
        <pc:sldMkLst>
          <pc:docMk/>
          <pc:sldMk cId="4252963170" sldId="2147470940"/>
        </pc:sldMkLst>
        <pc:spChg chg="mod">
          <ac:chgData name="Asare,Philip,GH-Tema" userId="52d33a7e-bd12-4736-bfd0-3093823adf38" providerId="ADAL" clId="{B81A08C8-B73F-4B8E-B123-566058E7478B}" dt="2026-02-09T14:18:45.518" v="3020" actId="14100"/>
          <ac:spMkLst>
            <pc:docMk/>
            <pc:sldMk cId="4252963170" sldId="2147470940"/>
            <ac:spMk id="2" creationId="{F796B6CD-DD0E-4C6F-B546-138A0E2033FB}"/>
          </ac:spMkLst>
        </pc:spChg>
        <pc:spChg chg="mod">
          <ac:chgData name="Asare,Philip,GH-Tema" userId="52d33a7e-bd12-4736-bfd0-3093823adf38" providerId="ADAL" clId="{B81A08C8-B73F-4B8E-B123-566058E7478B}" dt="2026-02-09T14:27:54.859" v="3199" actId="20577"/>
          <ac:spMkLst>
            <pc:docMk/>
            <pc:sldMk cId="4252963170" sldId="2147470940"/>
            <ac:spMk id="3" creationId="{AAC44921-A0C7-1B04-7DB6-DAE1479181B1}"/>
          </ac:spMkLst>
        </pc:spChg>
        <pc:spChg chg="del">
          <ac:chgData name="Asare,Philip,GH-Tema" userId="52d33a7e-bd12-4736-bfd0-3093823adf38" providerId="ADAL" clId="{B81A08C8-B73F-4B8E-B123-566058E7478B}" dt="2026-02-09T14:18:49.754" v="3021" actId="478"/>
          <ac:spMkLst>
            <pc:docMk/>
            <pc:sldMk cId="4252963170" sldId="2147470940"/>
            <ac:spMk id="4" creationId="{A05A9F84-E60B-78FE-0CF6-23CB77319F1F}"/>
          </ac:spMkLst>
        </pc:spChg>
        <pc:spChg chg="del">
          <ac:chgData name="Asare,Philip,GH-Tema" userId="52d33a7e-bd12-4736-bfd0-3093823adf38" providerId="ADAL" clId="{B81A08C8-B73F-4B8E-B123-566058E7478B}" dt="2026-02-09T14:18:49.754" v="3021" actId="478"/>
          <ac:spMkLst>
            <pc:docMk/>
            <pc:sldMk cId="4252963170" sldId="2147470940"/>
            <ac:spMk id="5" creationId="{171B749E-D995-4A7A-19AD-9173DA180124}"/>
          </ac:spMkLst>
        </pc:spChg>
      </pc:sldChg>
      <pc:sldChg chg="addSp delSp modSp add mod">
        <pc:chgData name="Asare,Philip,GH-Tema" userId="52d33a7e-bd12-4736-bfd0-3093823adf38" providerId="ADAL" clId="{B81A08C8-B73F-4B8E-B123-566058E7478B}" dt="2026-02-09T14:16:54.047" v="2759" actId="26606"/>
        <pc:sldMkLst>
          <pc:docMk/>
          <pc:sldMk cId="1498899401" sldId="2147470941"/>
        </pc:sldMkLst>
        <pc:picChg chg="add mod">
          <ac:chgData name="Asare,Philip,GH-Tema" userId="52d33a7e-bd12-4736-bfd0-3093823adf38" providerId="ADAL" clId="{B81A08C8-B73F-4B8E-B123-566058E7478B}" dt="2026-02-09T14:16:54.047" v="2759" actId="26606"/>
          <ac:picMkLst>
            <pc:docMk/>
            <pc:sldMk cId="1498899401" sldId="2147470941"/>
            <ac:picMk id="3" creationId="{0997ED71-8279-2DBD-5629-D53BB9A57A70}"/>
          </ac:picMkLst>
        </pc:picChg>
        <pc:picChg chg="del">
          <ac:chgData name="Asare,Philip,GH-Tema" userId="52d33a7e-bd12-4736-bfd0-3093823adf38" providerId="ADAL" clId="{B81A08C8-B73F-4B8E-B123-566058E7478B}" dt="2026-02-09T14:16:22.554" v="2757" actId="478"/>
          <ac:picMkLst>
            <pc:docMk/>
            <pc:sldMk cId="1498899401" sldId="2147470941"/>
            <ac:picMk id="10" creationId="{E9BA158B-8138-0714-879B-8F12AD64ABC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5DD0F6-D1EB-44FD-BAC7-DBABD5780DA1}" type="doc">
      <dgm:prSet loTypeId="urn:microsoft.com/office/officeart/2005/8/layout/hProcess11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1AB44E3-E2CB-4C16-8E14-CF6A60FE33C3}">
      <dgm:prSet phldrT="[Text]" custT="1"/>
      <dgm:spPr/>
      <dgm:t>
        <a:bodyPr/>
        <a:lstStyle/>
        <a:p>
          <a:r>
            <a:rPr lang="en-US" sz="1400">
              <a:latin typeface="Nestle Brush" panose="00000500000000000000" pitchFamily="2" charset="0"/>
            </a:rPr>
            <a:t>Pre-alerts or receipt of scanned copies of clearing documents</a:t>
          </a:r>
        </a:p>
      </dgm:t>
    </dgm:pt>
    <dgm:pt modelId="{16C98845-2872-44FB-8C5F-B83FE4FEF8DB}" type="parTrans" cxnId="{D596A25E-0ACB-421D-A355-2370FE736650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7EA683EC-6D9C-4BBE-B70B-D2E72066B1AF}" type="sibTrans" cxnId="{D596A25E-0ACB-421D-A355-2370FE736650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32AA3A1C-2302-4370-AD72-3568CFD17EEA}">
      <dgm:prSet phldrT="[Text]" custT="1"/>
      <dgm:spPr/>
      <dgm:t>
        <a:bodyPr/>
        <a:lstStyle/>
        <a:p>
          <a:r>
            <a:rPr lang="en-US" sz="1400">
              <a:latin typeface="Nestle Brush" panose="00000500000000000000" pitchFamily="2" charset="0"/>
            </a:rPr>
            <a:t>Transmit to Agent</a:t>
          </a:r>
        </a:p>
      </dgm:t>
    </dgm:pt>
    <dgm:pt modelId="{4D2E0573-BDE1-47FE-94F1-265F34D5C99A}" type="parTrans" cxnId="{09CFE223-77C7-4496-AFEA-2B73B4C76670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E97AF094-7F6D-4CA9-B124-E34885FC4A9E}" type="sibTrans" cxnId="{09CFE223-77C7-4496-AFEA-2B73B4C76670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58204189-7222-4169-9CC6-8B626A24086A}">
      <dgm:prSet phldrT="[Text]" custT="1"/>
      <dgm:spPr/>
      <dgm:t>
        <a:bodyPr/>
        <a:lstStyle/>
        <a:p>
          <a:r>
            <a:rPr lang="en-US" sz="1400">
              <a:latin typeface="Nestle Brush" panose="00000500000000000000" pitchFamily="2" charset="0"/>
            </a:rPr>
            <a:t>Agent Processing (concession, assessment, BOE)</a:t>
          </a:r>
        </a:p>
      </dgm:t>
    </dgm:pt>
    <dgm:pt modelId="{CC092934-EB57-4BC4-A750-74623BFDF93B}" type="parTrans" cxnId="{B8577322-48B9-49C8-91DA-08CB71FE03E4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435116B5-1470-4C13-B8D8-FFA6BE5ACB9D}" type="sibTrans" cxnId="{B8577322-48B9-49C8-91DA-08CB71FE03E4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8BE60C24-1985-469C-873D-2FA5CE39C62E}">
      <dgm:prSet phldrT="[Text]" custT="1"/>
      <dgm:spPr/>
      <dgm:t>
        <a:bodyPr/>
        <a:lstStyle/>
        <a:p>
          <a:r>
            <a:rPr lang="en-US" sz="1400">
              <a:latin typeface="Nestle Brush" panose="00000500000000000000" pitchFamily="2" charset="0"/>
            </a:rPr>
            <a:t>Finance pays Duty</a:t>
          </a:r>
        </a:p>
      </dgm:t>
    </dgm:pt>
    <dgm:pt modelId="{0DA27CE0-0A76-4611-A84F-6B06D2E30D5E}" type="parTrans" cxnId="{AB1C3514-6A03-4AA8-BD96-827E884B2A33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F6876D04-37F9-48DF-B99D-2A152817B089}" type="sibTrans" cxnId="{AB1C3514-6A03-4AA8-BD96-827E884B2A33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0CB653AA-C5A5-4653-A48B-4A1582D51314}">
      <dgm:prSet phldrT="[Text]" custT="1"/>
      <dgm:spPr/>
      <dgm:t>
        <a:bodyPr/>
        <a:lstStyle/>
        <a:p>
          <a:r>
            <a:rPr lang="en-US" sz="1400">
              <a:latin typeface="Nestle Brush" panose="00000500000000000000" pitchFamily="2" charset="0"/>
            </a:rPr>
            <a:t>Ship/Airline Release &amp; Other Payments</a:t>
          </a:r>
        </a:p>
      </dgm:t>
    </dgm:pt>
    <dgm:pt modelId="{9D987B2C-3CC7-4BC9-8741-D1BE99BBABC3}" type="parTrans" cxnId="{289CBD3E-6CDA-4F91-8084-C8C9FF1D0990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CA3D849A-A11D-47CB-B227-3852BEFEEFD0}" type="sibTrans" cxnId="{289CBD3E-6CDA-4F91-8084-C8C9FF1D0990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D2A59658-7E72-44F7-97FA-076915BDF7FC}">
      <dgm:prSet phldrT="[Text]" custT="1"/>
      <dgm:spPr/>
      <dgm:t>
        <a:bodyPr/>
        <a:lstStyle/>
        <a:p>
          <a:r>
            <a:rPr lang="en-US" sz="1400">
              <a:latin typeface="Nestle Brush" panose="00000500000000000000" pitchFamily="2" charset="0"/>
            </a:rPr>
            <a:t>Delivery, Offloading &amp; Return of Container</a:t>
          </a:r>
        </a:p>
      </dgm:t>
    </dgm:pt>
    <dgm:pt modelId="{1629EB3F-635D-4B15-A5AB-B38AEC0863AE}" type="parTrans" cxnId="{C700E458-C42E-4FCD-84E9-CEB8749E5DB7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D32FE5F2-2B99-4ADD-8104-897128C031D4}" type="sibTrans" cxnId="{C700E458-C42E-4FCD-84E9-CEB8749E5DB7}">
      <dgm:prSet/>
      <dgm:spPr/>
      <dgm:t>
        <a:bodyPr/>
        <a:lstStyle/>
        <a:p>
          <a:endParaRPr lang="en-US">
            <a:latin typeface="Nestle Text TF Book" panose="00000500000000000000" pitchFamily="2" charset="0"/>
          </a:endParaRPr>
        </a:p>
      </dgm:t>
    </dgm:pt>
    <dgm:pt modelId="{7F8A6617-27D3-4BC8-AA32-952DA44EF113}">
      <dgm:prSet phldrT="[Text]" custT="1"/>
      <dgm:spPr/>
      <dgm:t>
        <a:bodyPr/>
        <a:lstStyle/>
        <a:p>
          <a:pPr>
            <a:buNone/>
          </a:pPr>
          <a:r>
            <a:rPr lang="en-US" sz="14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Nestle Brush" panose="00000500000000000000" pitchFamily="2" charset="0"/>
              <a:ea typeface="+mn-ea"/>
              <a:cs typeface="+mn-cs"/>
            </a:rPr>
            <a:t>IMPEX goes through documents to validate same</a:t>
          </a:r>
          <a:endParaRPr lang="en-US" sz="1400">
            <a:latin typeface="Nestle Brush" panose="00000500000000000000" pitchFamily="2" charset="0"/>
          </a:endParaRPr>
        </a:p>
      </dgm:t>
    </dgm:pt>
    <dgm:pt modelId="{7C466462-647D-4142-B176-0872A6A10DEB}" type="parTrans" cxnId="{52D9A0D3-7F8D-4500-9900-3B7F9262836E}">
      <dgm:prSet/>
      <dgm:spPr/>
      <dgm:t>
        <a:bodyPr/>
        <a:lstStyle/>
        <a:p>
          <a:endParaRPr lang="en-US"/>
        </a:p>
      </dgm:t>
    </dgm:pt>
    <dgm:pt modelId="{379D1738-29BD-4AA5-9A09-C6A009D7ACD1}" type="sibTrans" cxnId="{52D9A0D3-7F8D-4500-9900-3B7F9262836E}">
      <dgm:prSet/>
      <dgm:spPr/>
      <dgm:t>
        <a:bodyPr/>
        <a:lstStyle/>
        <a:p>
          <a:endParaRPr lang="en-US"/>
        </a:p>
      </dgm:t>
    </dgm:pt>
    <dgm:pt modelId="{F828A7D5-57A0-4999-978C-376DF687AC71}">
      <dgm:prSet phldrT="[Text]" custT="1"/>
      <dgm:spPr/>
      <dgm:t>
        <a:bodyPr/>
        <a:lstStyle/>
        <a:p>
          <a:r>
            <a:rPr lang="en-US" sz="1400">
              <a:latin typeface="Nestle Brush" panose="00000500000000000000" pitchFamily="2" charset="0"/>
            </a:rPr>
            <a:t>Agents sends BOE for Verification</a:t>
          </a:r>
        </a:p>
      </dgm:t>
    </dgm:pt>
    <dgm:pt modelId="{65255362-3514-46BD-9542-E4BE967C5485}" type="parTrans" cxnId="{681A484E-DE7E-48AA-B266-A7D56D44BC84}">
      <dgm:prSet/>
      <dgm:spPr/>
      <dgm:t>
        <a:bodyPr/>
        <a:lstStyle/>
        <a:p>
          <a:endParaRPr lang="en-US"/>
        </a:p>
      </dgm:t>
    </dgm:pt>
    <dgm:pt modelId="{2015F568-1596-4E12-9BCD-721A7235B214}" type="sibTrans" cxnId="{681A484E-DE7E-48AA-B266-A7D56D44BC84}">
      <dgm:prSet/>
      <dgm:spPr/>
      <dgm:t>
        <a:bodyPr/>
        <a:lstStyle/>
        <a:p>
          <a:endParaRPr lang="en-US"/>
        </a:p>
      </dgm:t>
    </dgm:pt>
    <dgm:pt modelId="{992FEF9F-CC8B-48E0-AFB4-E649CA093567}">
      <dgm:prSet phldrT="[Text]" custT="1"/>
      <dgm:spPr/>
      <dgm:t>
        <a:bodyPr/>
        <a:lstStyle/>
        <a:p>
          <a:pPr>
            <a:buNone/>
          </a:pPr>
          <a:r>
            <a:rPr lang="en-US" sz="14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Nestle Brush" panose="00000500000000000000" pitchFamily="2" charset="0"/>
              <a:ea typeface="+mn-ea"/>
              <a:cs typeface="+mn-cs"/>
            </a:rPr>
            <a:t>Impex checks BOE and forwards to Finance for payment</a:t>
          </a:r>
          <a:endParaRPr lang="en-US" sz="1400">
            <a:latin typeface="Nestle Brush" panose="00000500000000000000" pitchFamily="2" charset="0"/>
          </a:endParaRPr>
        </a:p>
      </dgm:t>
    </dgm:pt>
    <dgm:pt modelId="{8947F853-E28A-43C9-A034-D8B5DAF1FAC5}" type="parTrans" cxnId="{66572D3C-A849-4F7E-92C2-6340A82F81B2}">
      <dgm:prSet/>
      <dgm:spPr/>
      <dgm:t>
        <a:bodyPr/>
        <a:lstStyle/>
        <a:p>
          <a:endParaRPr lang="en-US"/>
        </a:p>
      </dgm:t>
    </dgm:pt>
    <dgm:pt modelId="{E9B3D1C3-95F6-49A1-B809-403944166F80}" type="sibTrans" cxnId="{66572D3C-A849-4F7E-92C2-6340A82F81B2}">
      <dgm:prSet/>
      <dgm:spPr/>
      <dgm:t>
        <a:bodyPr/>
        <a:lstStyle/>
        <a:p>
          <a:endParaRPr lang="en-US"/>
        </a:p>
      </dgm:t>
    </dgm:pt>
    <dgm:pt modelId="{1D88E0B8-5A03-413C-9863-1FCD08814AAB}" type="pres">
      <dgm:prSet presAssocID="{985DD0F6-D1EB-44FD-BAC7-DBABD5780DA1}" presName="Name0" presStyleCnt="0">
        <dgm:presLayoutVars>
          <dgm:dir/>
          <dgm:resizeHandles val="exact"/>
        </dgm:presLayoutVars>
      </dgm:prSet>
      <dgm:spPr/>
    </dgm:pt>
    <dgm:pt modelId="{92A368A2-E89A-49F2-B385-D510E41B2BBB}" type="pres">
      <dgm:prSet presAssocID="{985DD0F6-D1EB-44FD-BAC7-DBABD5780DA1}" presName="arrow" presStyleLbl="bgShp" presStyleIdx="0" presStyleCnt="1"/>
      <dgm:spPr/>
    </dgm:pt>
    <dgm:pt modelId="{4321E156-279D-4694-A1B6-A72A17D49DBE}" type="pres">
      <dgm:prSet presAssocID="{985DD0F6-D1EB-44FD-BAC7-DBABD5780DA1}" presName="points" presStyleCnt="0"/>
      <dgm:spPr/>
    </dgm:pt>
    <dgm:pt modelId="{468F4149-91C5-4A02-B08F-F2F66B85EA57}" type="pres">
      <dgm:prSet presAssocID="{31AB44E3-E2CB-4C16-8E14-CF6A60FE33C3}" presName="compositeA" presStyleCnt="0"/>
      <dgm:spPr/>
    </dgm:pt>
    <dgm:pt modelId="{D29FD30B-DB6E-4B31-BB69-3CCF4EF74457}" type="pres">
      <dgm:prSet presAssocID="{31AB44E3-E2CB-4C16-8E14-CF6A60FE33C3}" presName="textA" presStyleLbl="revTx" presStyleIdx="0" presStyleCnt="9" custScaleX="184915">
        <dgm:presLayoutVars>
          <dgm:bulletEnabled val="1"/>
        </dgm:presLayoutVars>
      </dgm:prSet>
      <dgm:spPr/>
    </dgm:pt>
    <dgm:pt modelId="{46D0BDE5-6F2D-4424-BE49-C66992C08D9E}" type="pres">
      <dgm:prSet presAssocID="{31AB44E3-E2CB-4C16-8E14-CF6A60FE33C3}" presName="circleA" presStyleLbl="node1" presStyleIdx="0" presStyleCnt="9"/>
      <dgm:spPr/>
    </dgm:pt>
    <dgm:pt modelId="{DBDB4498-CD3F-4B51-98D0-05F3FD2B8A19}" type="pres">
      <dgm:prSet presAssocID="{31AB44E3-E2CB-4C16-8E14-CF6A60FE33C3}" presName="spaceA" presStyleCnt="0"/>
      <dgm:spPr/>
    </dgm:pt>
    <dgm:pt modelId="{34191665-4F2A-4199-B4DF-3A3F7A76683C}" type="pres">
      <dgm:prSet presAssocID="{7EA683EC-6D9C-4BBE-B70B-D2E72066B1AF}" presName="space" presStyleCnt="0"/>
      <dgm:spPr/>
    </dgm:pt>
    <dgm:pt modelId="{610BF1DD-D7B3-45A2-BB70-91EAEA298FDE}" type="pres">
      <dgm:prSet presAssocID="{7F8A6617-27D3-4BC8-AA32-952DA44EF113}" presName="compositeB" presStyleCnt="0"/>
      <dgm:spPr/>
    </dgm:pt>
    <dgm:pt modelId="{9A4FF57E-3050-477D-B645-656405E8F8BA}" type="pres">
      <dgm:prSet presAssocID="{7F8A6617-27D3-4BC8-AA32-952DA44EF113}" presName="textB" presStyleLbl="revTx" presStyleIdx="1" presStyleCnt="9" custScaleX="151351">
        <dgm:presLayoutVars>
          <dgm:bulletEnabled val="1"/>
        </dgm:presLayoutVars>
      </dgm:prSet>
      <dgm:spPr/>
    </dgm:pt>
    <dgm:pt modelId="{18F1CD9F-8250-4CF1-B5C1-236FE8895C19}" type="pres">
      <dgm:prSet presAssocID="{7F8A6617-27D3-4BC8-AA32-952DA44EF113}" presName="circleB" presStyleLbl="node1" presStyleIdx="1" presStyleCnt="9"/>
      <dgm:spPr/>
    </dgm:pt>
    <dgm:pt modelId="{4DC77AF3-06F2-4161-9338-27186224DD44}" type="pres">
      <dgm:prSet presAssocID="{7F8A6617-27D3-4BC8-AA32-952DA44EF113}" presName="spaceB" presStyleCnt="0"/>
      <dgm:spPr/>
    </dgm:pt>
    <dgm:pt modelId="{23BC4FBA-FD74-42AA-8DDE-B80C2E34D002}" type="pres">
      <dgm:prSet presAssocID="{379D1738-29BD-4AA5-9A09-C6A009D7ACD1}" presName="space" presStyleCnt="0"/>
      <dgm:spPr/>
    </dgm:pt>
    <dgm:pt modelId="{058F3BB7-76A1-4CCA-BFBA-CDA065EEF4FF}" type="pres">
      <dgm:prSet presAssocID="{32AA3A1C-2302-4370-AD72-3568CFD17EEA}" presName="compositeA" presStyleCnt="0"/>
      <dgm:spPr/>
    </dgm:pt>
    <dgm:pt modelId="{DD947A09-9EE0-49D0-911C-CF73534B0367}" type="pres">
      <dgm:prSet presAssocID="{32AA3A1C-2302-4370-AD72-3568CFD17EEA}" presName="textA" presStyleLbl="revTx" presStyleIdx="2" presStyleCnt="9" custScaleX="151249">
        <dgm:presLayoutVars>
          <dgm:bulletEnabled val="1"/>
        </dgm:presLayoutVars>
      </dgm:prSet>
      <dgm:spPr/>
    </dgm:pt>
    <dgm:pt modelId="{2682F26B-FA72-4269-B317-58CC82CCD128}" type="pres">
      <dgm:prSet presAssocID="{32AA3A1C-2302-4370-AD72-3568CFD17EEA}" presName="circleA" presStyleLbl="node1" presStyleIdx="2" presStyleCnt="9"/>
      <dgm:spPr/>
    </dgm:pt>
    <dgm:pt modelId="{C58D58A6-3BB7-48DA-882E-59D1311C5314}" type="pres">
      <dgm:prSet presAssocID="{32AA3A1C-2302-4370-AD72-3568CFD17EEA}" presName="spaceA" presStyleCnt="0"/>
      <dgm:spPr/>
    </dgm:pt>
    <dgm:pt modelId="{080FA6A0-E599-407D-912B-1C30DDB652BA}" type="pres">
      <dgm:prSet presAssocID="{E97AF094-7F6D-4CA9-B124-E34885FC4A9E}" presName="space" presStyleCnt="0"/>
      <dgm:spPr/>
    </dgm:pt>
    <dgm:pt modelId="{87EBD4B7-AC6A-4210-86BF-5B8D6C6F6764}" type="pres">
      <dgm:prSet presAssocID="{58204189-7222-4169-9CC6-8B626A24086A}" presName="compositeB" presStyleCnt="0"/>
      <dgm:spPr/>
    </dgm:pt>
    <dgm:pt modelId="{C5656289-23BB-4890-919E-69799AE1E6E4}" type="pres">
      <dgm:prSet presAssocID="{58204189-7222-4169-9CC6-8B626A24086A}" presName="textB" presStyleLbl="revTx" presStyleIdx="3" presStyleCnt="9" custScaleX="160200">
        <dgm:presLayoutVars>
          <dgm:bulletEnabled val="1"/>
        </dgm:presLayoutVars>
      </dgm:prSet>
      <dgm:spPr/>
    </dgm:pt>
    <dgm:pt modelId="{B954A3AB-77F0-484C-B921-BD97A12C0934}" type="pres">
      <dgm:prSet presAssocID="{58204189-7222-4169-9CC6-8B626A24086A}" presName="circleB" presStyleLbl="node1" presStyleIdx="3" presStyleCnt="9"/>
      <dgm:spPr/>
    </dgm:pt>
    <dgm:pt modelId="{03F582FC-0789-4212-8B11-DB21C21FF91B}" type="pres">
      <dgm:prSet presAssocID="{58204189-7222-4169-9CC6-8B626A24086A}" presName="spaceB" presStyleCnt="0"/>
      <dgm:spPr/>
    </dgm:pt>
    <dgm:pt modelId="{FC5C11EA-5D50-43C3-8F19-FBEF3C01A426}" type="pres">
      <dgm:prSet presAssocID="{435116B5-1470-4C13-B8D8-FFA6BE5ACB9D}" presName="space" presStyleCnt="0"/>
      <dgm:spPr/>
    </dgm:pt>
    <dgm:pt modelId="{DB4BC9AD-A1E5-401D-B766-D0D8C9CF4730}" type="pres">
      <dgm:prSet presAssocID="{F828A7D5-57A0-4999-978C-376DF687AC71}" presName="compositeA" presStyleCnt="0"/>
      <dgm:spPr/>
    </dgm:pt>
    <dgm:pt modelId="{61F491AD-192F-4B8E-B663-FB50197A757E}" type="pres">
      <dgm:prSet presAssocID="{F828A7D5-57A0-4999-978C-376DF687AC71}" presName="textA" presStyleLbl="revTx" presStyleIdx="4" presStyleCnt="9" custScaleX="161171">
        <dgm:presLayoutVars>
          <dgm:bulletEnabled val="1"/>
        </dgm:presLayoutVars>
      </dgm:prSet>
      <dgm:spPr/>
    </dgm:pt>
    <dgm:pt modelId="{88F7A810-714E-4D63-8E42-4816FE6576CA}" type="pres">
      <dgm:prSet presAssocID="{F828A7D5-57A0-4999-978C-376DF687AC71}" presName="circleA" presStyleLbl="node1" presStyleIdx="4" presStyleCnt="9"/>
      <dgm:spPr/>
    </dgm:pt>
    <dgm:pt modelId="{3C04C0B4-7C62-4B6C-AD26-975BD3315C07}" type="pres">
      <dgm:prSet presAssocID="{F828A7D5-57A0-4999-978C-376DF687AC71}" presName="spaceA" presStyleCnt="0"/>
      <dgm:spPr/>
    </dgm:pt>
    <dgm:pt modelId="{DB03B4CE-EE41-4E34-AB6A-6D16F90F13A9}" type="pres">
      <dgm:prSet presAssocID="{2015F568-1596-4E12-9BCD-721A7235B214}" presName="space" presStyleCnt="0"/>
      <dgm:spPr/>
    </dgm:pt>
    <dgm:pt modelId="{724517E2-DF42-44A4-B0D7-3E7B9481EB36}" type="pres">
      <dgm:prSet presAssocID="{992FEF9F-CC8B-48E0-AFB4-E649CA093567}" presName="compositeB" presStyleCnt="0"/>
      <dgm:spPr/>
    </dgm:pt>
    <dgm:pt modelId="{B076ED55-D484-494C-BA49-C2B661269674}" type="pres">
      <dgm:prSet presAssocID="{992FEF9F-CC8B-48E0-AFB4-E649CA093567}" presName="textB" presStyleLbl="revTx" presStyleIdx="5" presStyleCnt="9" custScaleX="169424">
        <dgm:presLayoutVars>
          <dgm:bulletEnabled val="1"/>
        </dgm:presLayoutVars>
      </dgm:prSet>
      <dgm:spPr/>
    </dgm:pt>
    <dgm:pt modelId="{0D0C14F3-5FC6-4679-BB68-98D8999B1889}" type="pres">
      <dgm:prSet presAssocID="{992FEF9F-CC8B-48E0-AFB4-E649CA093567}" presName="circleB" presStyleLbl="node1" presStyleIdx="5" presStyleCnt="9"/>
      <dgm:spPr/>
    </dgm:pt>
    <dgm:pt modelId="{65338B63-F6E7-41A2-B682-AB9AF3A8F748}" type="pres">
      <dgm:prSet presAssocID="{992FEF9F-CC8B-48E0-AFB4-E649CA093567}" presName="spaceB" presStyleCnt="0"/>
      <dgm:spPr/>
    </dgm:pt>
    <dgm:pt modelId="{58BB2F72-ECBA-47A4-8164-BC63AD3DEC7E}" type="pres">
      <dgm:prSet presAssocID="{E9B3D1C3-95F6-49A1-B809-403944166F80}" presName="space" presStyleCnt="0"/>
      <dgm:spPr/>
    </dgm:pt>
    <dgm:pt modelId="{4F57AD36-B69D-4E1E-9F96-C3AED7E68D59}" type="pres">
      <dgm:prSet presAssocID="{8BE60C24-1985-469C-873D-2FA5CE39C62E}" presName="compositeA" presStyleCnt="0"/>
      <dgm:spPr/>
    </dgm:pt>
    <dgm:pt modelId="{3E106E36-8E3B-408A-8602-73B84C31EB0A}" type="pres">
      <dgm:prSet presAssocID="{8BE60C24-1985-469C-873D-2FA5CE39C62E}" presName="textA" presStyleLbl="revTx" presStyleIdx="6" presStyleCnt="9" custScaleX="145074">
        <dgm:presLayoutVars>
          <dgm:bulletEnabled val="1"/>
        </dgm:presLayoutVars>
      </dgm:prSet>
      <dgm:spPr/>
    </dgm:pt>
    <dgm:pt modelId="{170FBF33-124A-4A82-BAA4-A5ECDBB0521C}" type="pres">
      <dgm:prSet presAssocID="{8BE60C24-1985-469C-873D-2FA5CE39C62E}" presName="circleA" presStyleLbl="node1" presStyleIdx="6" presStyleCnt="9"/>
      <dgm:spPr/>
    </dgm:pt>
    <dgm:pt modelId="{293606C8-E144-47A1-A82E-0EC5C2579FE1}" type="pres">
      <dgm:prSet presAssocID="{8BE60C24-1985-469C-873D-2FA5CE39C62E}" presName="spaceA" presStyleCnt="0"/>
      <dgm:spPr/>
    </dgm:pt>
    <dgm:pt modelId="{E311F8AA-9ED2-45EC-B8E6-9C614E0EEB37}" type="pres">
      <dgm:prSet presAssocID="{F6876D04-37F9-48DF-B99D-2A152817B089}" presName="space" presStyleCnt="0"/>
      <dgm:spPr/>
    </dgm:pt>
    <dgm:pt modelId="{4B6B8EF5-1EB1-4E4F-93E2-E6F3EAF165A2}" type="pres">
      <dgm:prSet presAssocID="{0CB653AA-C5A5-4653-A48B-4A1582D51314}" presName="compositeB" presStyleCnt="0"/>
      <dgm:spPr/>
    </dgm:pt>
    <dgm:pt modelId="{6EE67B29-B2EC-4C80-AF1E-08439A782D17}" type="pres">
      <dgm:prSet presAssocID="{0CB653AA-C5A5-4653-A48B-4A1582D51314}" presName="textB" presStyleLbl="revTx" presStyleIdx="7" presStyleCnt="9" custScaleX="149117">
        <dgm:presLayoutVars>
          <dgm:bulletEnabled val="1"/>
        </dgm:presLayoutVars>
      </dgm:prSet>
      <dgm:spPr/>
    </dgm:pt>
    <dgm:pt modelId="{D3FA484C-4074-4FFE-A4ED-B8F2C721B64D}" type="pres">
      <dgm:prSet presAssocID="{0CB653AA-C5A5-4653-A48B-4A1582D51314}" presName="circleB" presStyleLbl="node1" presStyleIdx="7" presStyleCnt="9"/>
      <dgm:spPr/>
    </dgm:pt>
    <dgm:pt modelId="{993FE9E1-5FE7-46F8-9B72-8DE731D68CD7}" type="pres">
      <dgm:prSet presAssocID="{0CB653AA-C5A5-4653-A48B-4A1582D51314}" presName="spaceB" presStyleCnt="0"/>
      <dgm:spPr/>
    </dgm:pt>
    <dgm:pt modelId="{7066AB6C-1179-4D95-A486-8F1E53487C82}" type="pres">
      <dgm:prSet presAssocID="{CA3D849A-A11D-47CB-B227-3852BEFEEFD0}" presName="space" presStyleCnt="0"/>
      <dgm:spPr/>
    </dgm:pt>
    <dgm:pt modelId="{E194CDF7-754C-4881-AD11-745EA59D6307}" type="pres">
      <dgm:prSet presAssocID="{D2A59658-7E72-44F7-97FA-076915BDF7FC}" presName="compositeA" presStyleCnt="0"/>
      <dgm:spPr/>
    </dgm:pt>
    <dgm:pt modelId="{202E6599-E889-4F33-B777-091860F5EF3E}" type="pres">
      <dgm:prSet presAssocID="{D2A59658-7E72-44F7-97FA-076915BDF7FC}" presName="textA" presStyleLbl="revTx" presStyleIdx="8" presStyleCnt="9" custScaleX="150020">
        <dgm:presLayoutVars>
          <dgm:bulletEnabled val="1"/>
        </dgm:presLayoutVars>
      </dgm:prSet>
      <dgm:spPr/>
    </dgm:pt>
    <dgm:pt modelId="{67367225-E98A-418D-A2A9-ED45317F5DE9}" type="pres">
      <dgm:prSet presAssocID="{D2A59658-7E72-44F7-97FA-076915BDF7FC}" presName="circleA" presStyleLbl="node1" presStyleIdx="8" presStyleCnt="9"/>
      <dgm:spPr/>
    </dgm:pt>
    <dgm:pt modelId="{D36FD779-A0EC-4BA2-A827-28A029F491AF}" type="pres">
      <dgm:prSet presAssocID="{D2A59658-7E72-44F7-97FA-076915BDF7FC}" presName="spaceA" presStyleCnt="0"/>
      <dgm:spPr/>
    </dgm:pt>
  </dgm:ptLst>
  <dgm:cxnLst>
    <dgm:cxn modelId="{F4BE4A03-E141-4614-A20C-C33F1310CC9E}" type="presOf" srcId="{58204189-7222-4169-9CC6-8B626A24086A}" destId="{C5656289-23BB-4890-919E-69799AE1E6E4}" srcOrd="0" destOrd="0" presId="urn:microsoft.com/office/officeart/2005/8/layout/hProcess11"/>
    <dgm:cxn modelId="{FE45E20A-6D0A-4156-A8E4-F3E5A1719A8A}" type="presOf" srcId="{985DD0F6-D1EB-44FD-BAC7-DBABD5780DA1}" destId="{1D88E0B8-5A03-413C-9863-1FCD08814AAB}" srcOrd="0" destOrd="0" presId="urn:microsoft.com/office/officeart/2005/8/layout/hProcess11"/>
    <dgm:cxn modelId="{AB1C3514-6A03-4AA8-BD96-827E884B2A33}" srcId="{985DD0F6-D1EB-44FD-BAC7-DBABD5780DA1}" destId="{8BE60C24-1985-469C-873D-2FA5CE39C62E}" srcOrd="6" destOrd="0" parTransId="{0DA27CE0-0A76-4611-A84F-6B06D2E30D5E}" sibTransId="{F6876D04-37F9-48DF-B99D-2A152817B089}"/>
    <dgm:cxn modelId="{3DD45F22-C6ED-41C2-98DD-98D924BA0212}" type="presOf" srcId="{7F8A6617-27D3-4BC8-AA32-952DA44EF113}" destId="{9A4FF57E-3050-477D-B645-656405E8F8BA}" srcOrd="0" destOrd="0" presId="urn:microsoft.com/office/officeart/2005/8/layout/hProcess11"/>
    <dgm:cxn modelId="{B8577322-48B9-49C8-91DA-08CB71FE03E4}" srcId="{985DD0F6-D1EB-44FD-BAC7-DBABD5780DA1}" destId="{58204189-7222-4169-9CC6-8B626A24086A}" srcOrd="3" destOrd="0" parTransId="{CC092934-EB57-4BC4-A750-74623BFDF93B}" sibTransId="{435116B5-1470-4C13-B8D8-FFA6BE5ACB9D}"/>
    <dgm:cxn modelId="{09CFE223-77C7-4496-AFEA-2B73B4C76670}" srcId="{985DD0F6-D1EB-44FD-BAC7-DBABD5780DA1}" destId="{32AA3A1C-2302-4370-AD72-3568CFD17EEA}" srcOrd="2" destOrd="0" parTransId="{4D2E0573-BDE1-47FE-94F1-265F34D5C99A}" sibTransId="{E97AF094-7F6D-4CA9-B124-E34885FC4A9E}"/>
    <dgm:cxn modelId="{66572D3C-A849-4F7E-92C2-6340A82F81B2}" srcId="{985DD0F6-D1EB-44FD-BAC7-DBABD5780DA1}" destId="{992FEF9F-CC8B-48E0-AFB4-E649CA093567}" srcOrd="5" destOrd="0" parTransId="{8947F853-E28A-43C9-A034-D8B5DAF1FAC5}" sibTransId="{E9B3D1C3-95F6-49A1-B809-403944166F80}"/>
    <dgm:cxn modelId="{289CBD3E-6CDA-4F91-8084-C8C9FF1D0990}" srcId="{985DD0F6-D1EB-44FD-BAC7-DBABD5780DA1}" destId="{0CB653AA-C5A5-4653-A48B-4A1582D51314}" srcOrd="7" destOrd="0" parTransId="{9D987B2C-3CC7-4BC9-8741-D1BE99BBABC3}" sibTransId="{CA3D849A-A11D-47CB-B227-3852BEFEEFD0}"/>
    <dgm:cxn modelId="{D596A25E-0ACB-421D-A355-2370FE736650}" srcId="{985DD0F6-D1EB-44FD-BAC7-DBABD5780DA1}" destId="{31AB44E3-E2CB-4C16-8E14-CF6A60FE33C3}" srcOrd="0" destOrd="0" parTransId="{16C98845-2872-44FB-8C5F-B83FE4FEF8DB}" sibTransId="{7EA683EC-6D9C-4BBE-B70B-D2E72066B1AF}"/>
    <dgm:cxn modelId="{6E84CB62-E41A-4AAC-BA8E-B40D9E284438}" type="presOf" srcId="{992FEF9F-CC8B-48E0-AFB4-E649CA093567}" destId="{B076ED55-D484-494C-BA49-C2B661269674}" srcOrd="0" destOrd="0" presId="urn:microsoft.com/office/officeart/2005/8/layout/hProcess11"/>
    <dgm:cxn modelId="{681A484E-DE7E-48AA-B266-A7D56D44BC84}" srcId="{985DD0F6-D1EB-44FD-BAC7-DBABD5780DA1}" destId="{F828A7D5-57A0-4999-978C-376DF687AC71}" srcOrd="4" destOrd="0" parTransId="{65255362-3514-46BD-9542-E4BE967C5485}" sibTransId="{2015F568-1596-4E12-9BCD-721A7235B214}"/>
    <dgm:cxn modelId="{C700E458-C42E-4FCD-84E9-CEB8749E5DB7}" srcId="{985DD0F6-D1EB-44FD-BAC7-DBABD5780DA1}" destId="{D2A59658-7E72-44F7-97FA-076915BDF7FC}" srcOrd="8" destOrd="0" parTransId="{1629EB3F-635D-4B15-A5AB-B38AEC0863AE}" sibTransId="{D32FE5F2-2B99-4ADD-8104-897128C031D4}"/>
    <dgm:cxn modelId="{BAEB1E8A-F255-4864-A086-998FE28C579F}" type="presOf" srcId="{8BE60C24-1985-469C-873D-2FA5CE39C62E}" destId="{3E106E36-8E3B-408A-8602-73B84C31EB0A}" srcOrd="0" destOrd="0" presId="urn:microsoft.com/office/officeart/2005/8/layout/hProcess11"/>
    <dgm:cxn modelId="{1A8C9494-8652-4317-81F9-A365B3198E8A}" type="presOf" srcId="{31AB44E3-E2CB-4C16-8E14-CF6A60FE33C3}" destId="{D29FD30B-DB6E-4B31-BB69-3CCF4EF74457}" srcOrd="0" destOrd="0" presId="urn:microsoft.com/office/officeart/2005/8/layout/hProcess11"/>
    <dgm:cxn modelId="{8C10C3BB-7BD9-4A36-A509-0E04617B4D97}" type="presOf" srcId="{32AA3A1C-2302-4370-AD72-3568CFD17EEA}" destId="{DD947A09-9EE0-49D0-911C-CF73534B0367}" srcOrd="0" destOrd="0" presId="urn:microsoft.com/office/officeart/2005/8/layout/hProcess11"/>
    <dgm:cxn modelId="{25A06DCE-E6BE-4605-8F0D-FB1A9139262B}" type="presOf" srcId="{0CB653AA-C5A5-4653-A48B-4A1582D51314}" destId="{6EE67B29-B2EC-4C80-AF1E-08439A782D17}" srcOrd="0" destOrd="0" presId="urn:microsoft.com/office/officeart/2005/8/layout/hProcess11"/>
    <dgm:cxn modelId="{52D9A0D3-7F8D-4500-9900-3B7F9262836E}" srcId="{985DD0F6-D1EB-44FD-BAC7-DBABD5780DA1}" destId="{7F8A6617-27D3-4BC8-AA32-952DA44EF113}" srcOrd="1" destOrd="0" parTransId="{7C466462-647D-4142-B176-0872A6A10DEB}" sibTransId="{379D1738-29BD-4AA5-9A09-C6A009D7ACD1}"/>
    <dgm:cxn modelId="{F5E316E4-2D38-426B-A439-A552625632BA}" type="presOf" srcId="{D2A59658-7E72-44F7-97FA-076915BDF7FC}" destId="{202E6599-E889-4F33-B777-091860F5EF3E}" srcOrd="0" destOrd="0" presId="urn:microsoft.com/office/officeart/2005/8/layout/hProcess11"/>
    <dgm:cxn modelId="{A8DEF2F9-8D56-4C52-A2F7-2AEDA83DDD6A}" type="presOf" srcId="{F828A7D5-57A0-4999-978C-376DF687AC71}" destId="{61F491AD-192F-4B8E-B663-FB50197A757E}" srcOrd="0" destOrd="0" presId="urn:microsoft.com/office/officeart/2005/8/layout/hProcess11"/>
    <dgm:cxn modelId="{4AE5B3DD-FB5E-4EC7-9ABE-362879A892DB}" type="presParOf" srcId="{1D88E0B8-5A03-413C-9863-1FCD08814AAB}" destId="{92A368A2-E89A-49F2-B385-D510E41B2BBB}" srcOrd="0" destOrd="0" presId="urn:microsoft.com/office/officeart/2005/8/layout/hProcess11"/>
    <dgm:cxn modelId="{936BFFDE-932C-4FCD-9846-288309B5C747}" type="presParOf" srcId="{1D88E0B8-5A03-413C-9863-1FCD08814AAB}" destId="{4321E156-279D-4694-A1B6-A72A17D49DBE}" srcOrd="1" destOrd="0" presId="urn:microsoft.com/office/officeart/2005/8/layout/hProcess11"/>
    <dgm:cxn modelId="{B302DAD9-55F0-4D4E-821A-0B794C29F1D9}" type="presParOf" srcId="{4321E156-279D-4694-A1B6-A72A17D49DBE}" destId="{468F4149-91C5-4A02-B08F-F2F66B85EA57}" srcOrd="0" destOrd="0" presId="urn:microsoft.com/office/officeart/2005/8/layout/hProcess11"/>
    <dgm:cxn modelId="{BE9B55EE-6ACC-4F74-962D-8EFD4F1F1208}" type="presParOf" srcId="{468F4149-91C5-4A02-B08F-F2F66B85EA57}" destId="{D29FD30B-DB6E-4B31-BB69-3CCF4EF74457}" srcOrd="0" destOrd="0" presId="urn:microsoft.com/office/officeart/2005/8/layout/hProcess11"/>
    <dgm:cxn modelId="{82D9761B-415F-4B8C-9E1B-3F58EB1A7497}" type="presParOf" srcId="{468F4149-91C5-4A02-B08F-F2F66B85EA57}" destId="{46D0BDE5-6F2D-4424-BE49-C66992C08D9E}" srcOrd="1" destOrd="0" presId="urn:microsoft.com/office/officeart/2005/8/layout/hProcess11"/>
    <dgm:cxn modelId="{B96964BC-9502-4025-AE0F-7860A3B715A1}" type="presParOf" srcId="{468F4149-91C5-4A02-B08F-F2F66B85EA57}" destId="{DBDB4498-CD3F-4B51-98D0-05F3FD2B8A19}" srcOrd="2" destOrd="0" presId="urn:microsoft.com/office/officeart/2005/8/layout/hProcess11"/>
    <dgm:cxn modelId="{6588BB3B-4A62-47D7-9CBC-1B3C7FF92DD3}" type="presParOf" srcId="{4321E156-279D-4694-A1B6-A72A17D49DBE}" destId="{34191665-4F2A-4199-B4DF-3A3F7A76683C}" srcOrd="1" destOrd="0" presId="urn:microsoft.com/office/officeart/2005/8/layout/hProcess11"/>
    <dgm:cxn modelId="{D0C2FB8F-548C-4FCA-8282-0DF57230A23A}" type="presParOf" srcId="{4321E156-279D-4694-A1B6-A72A17D49DBE}" destId="{610BF1DD-D7B3-45A2-BB70-91EAEA298FDE}" srcOrd="2" destOrd="0" presId="urn:microsoft.com/office/officeart/2005/8/layout/hProcess11"/>
    <dgm:cxn modelId="{9A34827B-2350-440A-BF21-97825D0C52C8}" type="presParOf" srcId="{610BF1DD-D7B3-45A2-BB70-91EAEA298FDE}" destId="{9A4FF57E-3050-477D-B645-656405E8F8BA}" srcOrd="0" destOrd="0" presId="urn:microsoft.com/office/officeart/2005/8/layout/hProcess11"/>
    <dgm:cxn modelId="{5951A183-1C28-4F7B-9EBA-7C2A0E24EFF2}" type="presParOf" srcId="{610BF1DD-D7B3-45A2-BB70-91EAEA298FDE}" destId="{18F1CD9F-8250-4CF1-B5C1-236FE8895C19}" srcOrd="1" destOrd="0" presId="urn:microsoft.com/office/officeart/2005/8/layout/hProcess11"/>
    <dgm:cxn modelId="{0AA147EB-D119-488F-B458-0C050CBE892D}" type="presParOf" srcId="{610BF1DD-D7B3-45A2-BB70-91EAEA298FDE}" destId="{4DC77AF3-06F2-4161-9338-27186224DD44}" srcOrd="2" destOrd="0" presId="urn:microsoft.com/office/officeart/2005/8/layout/hProcess11"/>
    <dgm:cxn modelId="{92DC3302-EBE6-47C1-9285-E3E539D81896}" type="presParOf" srcId="{4321E156-279D-4694-A1B6-A72A17D49DBE}" destId="{23BC4FBA-FD74-42AA-8DDE-B80C2E34D002}" srcOrd="3" destOrd="0" presId="urn:microsoft.com/office/officeart/2005/8/layout/hProcess11"/>
    <dgm:cxn modelId="{B04B9270-D093-4722-8199-960B1947CB48}" type="presParOf" srcId="{4321E156-279D-4694-A1B6-A72A17D49DBE}" destId="{058F3BB7-76A1-4CCA-BFBA-CDA065EEF4FF}" srcOrd="4" destOrd="0" presId="urn:microsoft.com/office/officeart/2005/8/layout/hProcess11"/>
    <dgm:cxn modelId="{1FCE0177-E2B8-4A32-B175-D32A8E58EC46}" type="presParOf" srcId="{058F3BB7-76A1-4CCA-BFBA-CDA065EEF4FF}" destId="{DD947A09-9EE0-49D0-911C-CF73534B0367}" srcOrd="0" destOrd="0" presId="urn:microsoft.com/office/officeart/2005/8/layout/hProcess11"/>
    <dgm:cxn modelId="{42F0BA5E-857A-42E5-BB31-F979C9A58DB6}" type="presParOf" srcId="{058F3BB7-76A1-4CCA-BFBA-CDA065EEF4FF}" destId="{2682F26B-FA72-4269-B317-58CC82CCD128}" srcOrd="1" destOrd="0" presId="urn:microsoft.com/office/officeart/2005/8/layout/hProcess11"/>
    <dgm:cxn modelId="{3C9D712B-87F1-4C3D-94BE-698177FA799B}" type="presParOf" srcId="{058F3BB7-76A1-4CCA-BFBA-CDA065EEF4FF}" destId="{C58D58A6-3BB7-48DA-882E-59D1311C5314}" srcOrd="2" destOrd="0" presId="urn:microsoft.com/office/officeart/2005/8/layout/hProcess11"/>
    <dgm:cxn modelId="{A126608E-1AA1-488E-9966-8E4CCB609D88}" type="presParOf" srcId="{4321E156-279D-4694-A1B6-A72A17D49DBE}" destId="{080FA6A0-E599-407D-912B-1C30DDB652BA}" srcOrd="5" destOrd="0" presId="urn:microsoft.com/office/officeart/2005/8/layout/hProcess11"/>
    <dgm:cxn modelId="{534D64E4-7298-4244-8505-718542C7F256}" type="presParOf" srcId="{4321E156-279D-4694-A1B6-A72A17D49DBE}" destId="{87EBD4B7-AC6A-4210-86BF-5B8D6C6F6764}" srcOrd="6" destOrd="0" presId="urn:microsoft.com/office/officeart/2005/8/layout/hProcess11"/>
    <dgm:cxn modelId="{52960827-244E-4F00-A11B-5D484D1D194F}" type="presParOf" srcId="{87EBD4B7-AC6A-4210-86BF-5B8D6C6F6764}" destId="{C5656289-23BB-4890-919E-69799AE1E6E4}" srcOrd="0" destOrd="0" presId="urn:microsoft.com/office/officeart/2005/8/layout/hProcess11"/>
    <dgm:cxn modelId="{780A7688-DDD1-44A7-A6D3-56F52C88BBD6}" type="presParOf" srcId="{87EBD4B7-AC6A-4210-86BF-5B8D6C6F6764}" destId="{B954A3AB-77F0-484C-B921-BD97A12C0934}" srcOrd="1" destOrd="0" presId="urn:microsoft.com/office/officeart/2005/8/layout/hProcess11"/>
    <dgm:cxn modelId="{11CCFCA4-CC35-44FD-803F-4548028ECDEC}" type="presParOf" srcId="{87EBD4B7-AC6A-4210-86BF-5B8D6C6F6764}" destId="{03F582FC-0789-4212-8B11-DB21C21FF91B}" srcOrd="2" destOrd="0" presId="urn:microsoft.com/office/officeart/2005/8/layout/hProcess11"/>
    <dgm:cxn modelId="{9949869A-305A-4CD3-BD6D-76F24CC5CAD2}" type="presParOf" srcId="{4321E156-279D-4694-A1B6-A72A17D49DBE}" destId="{FC5C11EA-5D50-43C3-8F19-FBEF3C01A426}" srcOrd="7" destOrd="0" presId="urn:microsoft.com/office/officeart/2005/8/layout/hProcess11"/>
    <dgm:cxn modelId="{58B80761-1866-48DC-9589-DBF8C5DB6B2C}" type="presParOf" srcId="{4321E156-279D-4694-A1B6-A72A17D49DBE}" destId="{DB4BC9AD-A1E5-401D-B766-D0D8C9CF4730}" srcOrd="8" destOrd="0" presId="urn:microsoft.com/office/officeart/2005/8/layout/hProcess11"/>
    <dgm:cxn modelId="{465C61A8-DCD3-40AE-8931-254D047C1E18}" type="presParOf" srcId="{DB4BC9AD-A1E5-401D-B766-D0D8C9CF4730}" destId="{61F491AD-192F-4B8E-B663-FB50197A757E}" srcOrd="0" destOrd="0" presId="urn:microsoft.com/office/officeart/2005/8/layout/hProcess11"/>
    <dgm:cxn modelId="{9A7B9C0C-9CC8-4011-AF56-B3DF7874B5C4}" type="presParOf" srcId="{DB4BC9AD-A1E5-401D-B766-D0D8C9CF4730}" destId="{88F7A810-714E-4D63-8E42-4816FE6576CA}" srcOrd="1" destOrd="0" presId="urn:microsoft.com/office/officeart/2005/8/layout/hProcess11"/>
    <dgm:cxn modelId="{9D2BE0D9-FAC7-496D-AACD-49D5926FF4BE}" type="presParOf" srcId="{DB4BC9AD-A1E5-401D-B766-D0D8C9CF4730}" destId="{3C04C0B4-7C62-4B6C-AD26-975BD3315C07}" srcOrd="2" destOrd="0" presId="urn:microsoft.com/office/officeart/2005/8/layout/hProcess11"/>
    <dgm:cxn modelId="{59A2A997-032D-441C-AC2B-A809A416ACF2}" type="presParOf" srcId="{4321E156-279D-4694-A1B6-A72A17D49DBE}" destId="{DB03B4CE-EE41-4E34-AB6A-6D16F90F13A9}" srcOrd="9" destOrd="0" presId="urn:microsoft.com/office/officeart/2005/8/layout/hProcess11"/>
    <dgm:cxn modelId="{99771106-EA07-436B-90AB-C9B81A317340}" type="presParOf" srcId="{4321E156-279D-4694-A1B6-A72A17D49DBE}" destId="{724517E2-DF42-44A4-B0D7-3E7B9481EB36}" srcOrd="10" destOrd="0" presId="urn:microsoft.com/office/officeart/2005/8/layout/hProcess11"/>
    <dgm:cxn modelId="{B7E473CB-2027-4231-8EBB-F910CFAA169F}" type="presParOf" srcId="{724517E2-DF42-44A4-B0D7-3E7B9481EB36}" destId="{B076ED55-D484-494C-BA49-C2B661269674}" srcOrd="0" destOrd="0" presId="urn:microsoft.com/office/officeart/2005/8/layout/hProcess11"/>
    <dgm:cxn modelId="{7D6E2267-6234-494F-A812-29860B579A3E}" type="presParOf" srcId="{724517E2-DF42-44A4-B0D7-3E7B9481EB36}" destId="{0D0C14F3-5FC6-4679-BB68-98D8999B1889}" srcOrd="1" destOrd="0" presId="urn:microsoft.com/office/officeart/2005/8/layout/hProcess11"/>
    <dgm:cxn modelId="{087D7AFD-5DB5-4F46-AF46-6552BDEA4D2B}" type="presParOf" srcId="{724517E2-DF42-44A4-B0D7-3E7B9481EB36}" destId="{65338B63-F6E7-41A2-B682-AB9AF3A8F748}" srcOrd="2" destOrd="0" presId="urn:microsoft.com/office/officeart/2005/8/layout/hProcess11"/>
    <dgm:cxn modelId="{730CEB56-F1C0-40EE-9D74-69205DEC65EC}" type="presParOf" srcId="{4321E156-279D-4694-A1B6-A72A17D49DBE}" destId="{58BB2F72-ECBA-47A4-8164-BC63AD3DEC7E}" srcOrd="11" destOrd="0" presId="urn:microsoft.com/office/officeart/2005/8/layout/hProcess11"/>
    <dgm:cxn modelId="{C4859D6C-77C5-47B8-B65C-7C60736BC711}" type="presParOf" srcId="{4321E156-279D-4694-A1B6-A72A17D49DBE}" destId="{4F57AD36-B69D-4E1E-9F96-C3AED7E68D59}" srcOrd="12" destOrd="0" presId="urn:microsoft.com/office/officeart/2005/8/layout/hProcess11"/>
    <dgm:cxn modelId="{A7C998C4-7129-4CCA-81A2-8E1185C6907D}" type="presParOf" srcId="{4F57AD36-B69D-4E1E-9F96-C3AED7E68D59}" destId="{3E106E36-8E3B-408A-8602-73B84C31EB0A}" srcOrd="0" destOrd="0" presId="urn:microsoft.com/office/officeart/2005/8/layout/hProcess11"/>
    <dgm:cxn modelId="{CCC13772-AABD-477C-9521-11E19B6CB730}" type="presParOf" srcId="{4F57AD36-B69D-4E1E-9F96-C3AED7E68D59}" destId="{170FBF33-124A-4A82-BAA4-A5ECDBB0521C}" srcOrd="1" destOrd="0" presId="urn:microsoft.com/office/officeart/2005/8/layout/hProcess11"/>
    <dgm:cxn modelId="{5A3DC506-4340-4A94-8418-60FB9B652557}" type="presParOf" srcId="{4F57AD36-B69D-4E1E-9F96-C3AED7E68D59}" destId="{293606C8-E144-47A1-A82E-0EC5C2579FE1}" srcOrd="2" destOrd="0" presId="urn:microsoft.com/office/officeart/2005/8/layout/hProcess11"/>
    <dgm:cxn modelId="{7DC6B354-F769-447D-A5C5-8D80AC425038}" type="presParOf" srcId="{4321E156-279D-4694-A1B6-A72A17D49DBE}" destId="{E311F8AA-9ED2-45EC-B8E6-9C614E0EEB37}" srcOrd="13" destOrd="0" presId="urn:microsoft.com/office/officeart/2005/8/layout/hProcess11"/>
    <dgm:cxn modelId="{634A7C1D-F321-45A4-82E4-97C771A44E4B}" type="presParOf" srcId="{4321E156-279D-4694-A1B6-A72A17D49DBE}" destId="{4B6B8EF5-1EB1-4E4F-93E2-E6F3EAF165A2}" srcOrd="14" destOrd="0" presId="urn:microsoft.com/office/officeart/2005/8/layout/hProcess11"/>
    <dgm:cxn modelId="{FE07D413-93E4-42A1-B765-0A59B7DDCA50}" type="presParOf" srcId="{4B6B8EF5-1EB1-4E4F-93E2-E6F3EAF165A2}" destId="{6EE67B29-B2EC-4C80-AF1E-08439A782D17}" srcOrd="0" destOrd="0" presId="urn:microsoft.com/office/officeart/2005/8/layout/hProcess11"/>
    <dgm:cxn modelId="{E173987A-D068-48BE-A4E2-54AAD5D49A43}" type="presParOf" srcId="{4B6B8EF5-1EB1-4E4F-93E2-E6F3EAF165A2}" destId="{D3FA484C-4074-4FFE-A4ED-B8F2C721B64D}" srcOrd="1" destOrd="0" presId="urn:microsoft.com/office/officeart/2005/8/layout/hProcess11"/>
    <dgm:cxn modelId="{61FD65A6-9F1E-47B7-8147-00AC7FB18CA0}" type="presParOf" srcId="{4B6B8EF5-1EB1-4E4F-93E2-E6F3EAF165A2}" destId="{993FE9E1-5FE7-46F8-9B72-8DE731D68CD7}" srcOrd="2" destOrd="0" presId="urn:microsoft.com/office/officeart/2005/8/layout/hProcess11"/>
    <dgm:cxn modelId="{F2AD21F2-DF15-46EE-8A06-0A027641D0E8}" type="presParOf" srcId="{4321E156-279D-4694-A1B6-A72A17D49DBE}" destId="{7066AB6C-1179-4D95-A486-8F1E53487C82}" srcOrd="15" destOrd="0" presId="urn:microsoft.com/office/officeart/2005/8/layout/hProcess11"/>
    <dgm:cxn modelId="{704E90E7-0359-41C0-8F17-53D573D14366}" type="presParOf" srcId="{4321E156-279D-4694-A1B6-A72A17D49DBE}" destId="{E194CDF7-754C-4881-AD11-745EA59D6307}" srcOrd="16" destOrd="0" presId="urn:microsoft.com/office/officeart/2005/8/layout/hProcess11"/>
    <dgm:cxn modelId="{A379080B-A6ED-4AAC-ABEC-599233EAF7A6}" type="presParOf" srcId="{E194CDF7-754C-4881-AD11-745EA59D6307}" destId="{202E6599-E889-4F33-B777-091860F5EF3E}" srcOrd="0" destOrd="0" presId="urn:microsoft.com/office/officeart/2005/8/layout/hProcess11"/>
    <dgm:cxn modelId="{13AC39BC-40E2-4BD0-B7EB-26DCE22FD79A}" type="presParOf" srcId="{E194CDF7-754C-4881-AD11-745EA59D6307}" destId="{67367225-E98A-418D-A2A9-ED45317F5DE9}" srcOrd="1" destOrd="0" presId="urn:microsoft.com/office/officeart/2005/8/layout/hProcess11"/>
    <dgm:cxn modelId="{5CD2E658-ADE4-42A3-9748-4D207DFAB6E1}" type="presParOf" srcId="{E194CDF7-754C-4881-AD11-745EA59D6307}" destId="{D36FD779-A0EC-4BA2-A827-28A029F491A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A368A2-E89A-49F2-B385-D510E41B2BBB}">
      <dsp:nvSpPr>
        <dsp:cNvPr id="0" name=""/>
        <dsp:cNvSpPr/>
      </dsp:nvSpPr>
      <dsp:spPr>
        <a:xfrm>
          <a:off x="0" y="969209"/>
          <a:ext cx="11998035" cy="1292279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29FD30B-DB6E-4B31-BB69-3CCF4EF74457}">
      <dsp:nvSpPr>
        <dsp:cNvPr id="0" name=""/>
        <dsp:cNvSpPr/>
      </dsp:nvSpPr>
      <dsp:spPr>
        <a:xfrm>
          <a:off x="1240" y="0"/>
          <a:ext cx="1364969" cy="129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Nestle Brush" panose="00000500000000000000" pitchFamily="2" charset="0"/>
            </a:rPr>
            <a:t>Pre-alerts or receipt of scanned copies of clearing documents</a:t>
          </a:r>
        </a:p>
      </dsp:txBody>
      <dsp:txXfrm>
        <a:off x="1240" y="0"/>
        <a:ext cx="1364969" cy="1292279"/>
      </dsp:txXfrm>
    </dsp:sp>
    <dsp:sp modelId="{46D0BDE5-6F2D-4424-BE49-C66992C08D9E}">
      <dsp:nvSpPr>
        <dsp:cNvPr id="0" name=""/>
        <dsp:cNvSpPr/>
      </dsp:nvSpPr>
      <dsp:spPr>
        <a:xfrm>
          <a:off x="522190" y="1453814"/>
          <a:ext cx="323069" cy="32306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A4FF57E-3050-477D-B645-656405E8F8BA}">
      <dsp:nvSpPr>
        <dsp:cNvPr id="0" name=""/>
        <dsp:cNvSpPr/>
      </dsp:nvSpPr>
      <dsp:spPr>
        <a:xfrm>
          <a:off x="1403117" y="1938419"/>
          <a:ext cx="1117213" cy="129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Nestle Brush" panose="00000500000000000000" pitchFamily="2" charset="0"/>
              <a:ea typeface="+mn-ea"/>
              <a:cs typeface="+mn-cs"/>
            </a:rPr>
            <a:t>IMPEX goes through documents to validate same</a:t>
          </a:r>
          <a:endParaRPr lang="en-US" sz="1400" kern="1200">
            <a:latin typeface="Nestle Brush" panose="00000500000000000000" pitchFamily="2" charset="0"/>
          </a:endParaRPr>
        </a:p>
      </dsp:txBody>
      <dsp:txXfrm>
        <a:off x="1403117" y="1938419"/>
        <a:ext cx="1117213" cy="1292279"/>
      </dsp:txXfrm>
    </dsp:sp>
    <dsp:sp modelId="{18F1CD9F-8250-4CF1-B5C1-236FE8895C19}">
      <dsp:nvSpPr>
        <dsp:cNvPr id="0" name=""/>
        <dsp:cNvSpPr/>
      </dsp:nvSpPr>
      <dsp:spPr>
        <a:xfrm>
          <a:off x="1800189" y="1453814"/>
          <a:ext cx="323069" cy="32306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D947A09-9EE0-49D0-911C-CF73534B0367}">
      <dsp:nvSpPr>
        <dsp:cNvPr id="0" name=""/>
        <dsp:cNvSpPr/>
      </dsp:nvSpPr>
      <dsp:spPr>
        <a:xfrm>
          <a:off x="2557238" y="0"/>
          <a:ext cx="1116460" cy="129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Nestle Brush" panose="00000500000000000000" pitchFamily="2" charset="0"/>
            </a:rPr>
            <a:t>Transmit to Agent</a:t>
          </a:r>
        </a:p>
      </dsp:txBody>
      <dsp:txXfrm>
        <a:off x="2557238" y="0"/>
        <a:ext cx="1116460" cy="1292279"/>
      </dsp:txXfrm>
    </dsp:sp>
    <dsp:sp modelId="{2682F26B-FA72-4269-B317-58CC82CCD128}">
      <dsp:nvSpPr>
        <dsp:cNvPr id="0" name=""/>
        <dsp:cNvSpPr/>
      </dsp:nvSpPr>
      <dsp:spPr>
        <a:xfrm>
          <a:off x="2953934" y="1453814"/>
          <a:ext cx="323069" cy="32306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5656289-23BB-4890-919E-69799AE1E6E4}">
      <dsp:nvSpPr>
        <dsp:cNvPr id="0" name=""/>
        <dsp:cNvSpPr/>
      </dsp:nvSpPr>
      <dsp:spPr>
        <a:xfrm>
          <a:off x="3710607" y="1938419"/>
          <a:ext cx="1182532" cy="129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Nestle Brush" panose="00000500000000000000" pitchFamily="2" charset="0"/>
            </a:rPr>
            <a:t>Agent Processing (concession, assessment, BOE)</a:t>
          </a:r>
        </a:p>
      </dsp:txBody>
      <dsp:txXfrm>
        <a:off x="3710607" y="1938419"/>
        <a:ext cx="1182532" cy="1292279"/>
      </dsp:txXfrm>
    </dsp:sp>
    <dsp:sp modelId="{B954A3AB-77F0-484C-B921-BD97A12C0934}">
      <dsp:nvSpPr>
        <dsp:cNvPr id="0" name=""/>
        <dsp:cNvSpPr/>
      </dsp:nvSpPr>
      <dsp:spPr>
        <a:xfrm>
          <a:off x="4140338" y="1453814"/>
          <a:ext cx="323069" cy="32306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1F491AD-192F-4B8E-B663-FB50197A757E}">
      <dsp:nvSpPr>
        <dsp:cNvPr id="0" name=""/>
        <dsp:cNvSpPr/>
      </dsp:nvSpPr>
      <dsp:spPr>
        <a:xfrm>
          <a:off x="4930048" y="0"/>
          <a:ext cx="1189700" cy="129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Nestle Brush" panose="00000500000000000000" pitchFamily="2" charset="0"/>
            </a:rPr>
            <a:t>Agents sends BOE for Verification</a:t>
          </a:r>
        </a:p>
      </dsp:txBody>
      <dsp:txXfrm>
        <a:off x="4930048" y="0"/>
        <a:ext cx="1189700" cy="1292279"/>
      </dsp:txXfrm>
    </dsp:sp>
    <dsp:sp modelId="{88F7A810-714E-4D63-8E42-4816FE6576CA}">
      <dsp:nvSpPr>
        <dsp:cNvPr id="0" name=""/>
        <dsp:cNvSpPr/>
      </dsp:nvSpPr>
      <dsp:spPr>
        <a:xfrm>
          <a:off x="5363363" y="1453814"/>
          <a:ext cx="323069" cy="323069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076ED55-D484-494C-BA49-C2B661269674}">
      <dsp:nvSpPr>
        <dsp:cNvPr id="0" name=""/>
        <dsp:cNvSpPr/>
      </dsp:nvSpPr>
      <dsp:spPr>
        <a:xfrm>
          <a:off x="6156656" y="1938419"/>
          <a:ext cx="1250620" cy="129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Nestle Brush" panose="00000500000000000000" pitchFamily="2" charset="0"/>
              <a:ea typeface="+mn-ea"/>
              <a:cs typeface="+mn-cs"/>
            </a:rPr>
            <a:t>Impex checks BOE and forwards to Finance for payment</a:t>
          </a:r>
          <a:endParaRPr lang="en-US" sz="1400" kern="1200">
            <a:latin typeface="Nestle Brush" panose="00000500000000000000" pitchFamily="2" charset="0"/>
          </a:endParaRPr>
        </a:p>
      </dsp:txBody>
      <dsp:txXfrm>
        <a:off x="6156656" y="1938419"/>
        <a:ext cx="1250620" cy="1292279"/>
      </dsp:txXfrm>
    </dsp:sp>
    <dsp:sp modelId="{0D0C14F3-5FC6-4679-BB68-98D8999B1889}">
      <dsp:nvSpPr>
        <dsp:cNvPr id="0" name=""/>
        <dsp:cNvSpPr/>
      </dsp:nvSpPr>
      <dsp:spPr>
        <a:xfrm>
          <a:off x="6620431" y="1453814"/>
          <a:ext cx="323069" cy="32306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E106E36-8E3B-408A-8602-73B84C31EB0A}">
      <dsp:nvSpPr>
        <dsp:cNvPr id="0" name=""/>
        <dsp:cNvSpPr/>
      </dsp:nvSpPr>
      <dsp:spPr>
        <a:xfrm>
          <a:off x="7444185" y="0"/>
          <a:ext cx="1070878" cy="129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Nestle Brush" panose="00000500000000000000" pitchFamily="2" charset="0"/>
            </a:rPr>
            <a:t>Finance pays Duty</a:t>
          </a:r>
        </a:p>
      </dsp:txBody>
      <dsp:txXfrm>
        <a:off x="7444185" y="0"/>
        <a:ext cx="1070878" cy="1292279"/>
      </dsp:txXfrm>
    </dsp:sp>
    <dsp:sp modelId="{170FBF33-124A-4A82-BAA4-A5ECDBB0521C}">
      <dsp:nvSpPr>
        <dsp:cNvPr id="0" name=""/>
        <dsp:cNvSpPr/>
      </dsp:nvSpPr>
      <dsp:spPr>
        <a:xfrm>
          <a:off x="7818089" y="1453814"/>
          <a:ext cx="323069" cy="32306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EE67B29-B2EC-4C80-AF1E-08439A782D17}">
      <dsp:nvSpPr>
        <dsp:cNvPr id="0" name=""/>
        <dsp:cNvSpPr/>
      </dsp:nvSpPr>
      <dsp:spPr>
        <a:xfrm>
          <a:off x="8551972" y="1938419"/>
          <a:ext cx="1100722" cy="129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Nestle Brush" panose="00000500000000000000" pitchFamily="2" charset="0"/>
            </a:rPr>
            <a:t>Ship/Airline Release &amp; Other Payments</a:t>
          </a:r>
        </a:p>
      </dsp:txBody>
      <dsp:txXfrm>
        <a:off x="8551972" y="1938419"/>
        <a:ext cx="1100722" cy="1292279"/>
      </dsp:txXfrm>
    </dsp:sp>
    <dsp:sp modelId="{D3FA484C-4074-4FFE-A4ED-B8F2C721B64D}">
      <dsp:nvSpPr>
        <dsp:cNvPr id="0" name=""/>
        <dsp:cNvSpPr/>
      </dsp:nvSpPr>
      <dsp:spPr>
        <a:xfrm>
          <a:off x="8940798" y="1453814"/>
          <a:ext cx="323069" cy="32306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2E6599-E889-4F33-B777-091860F5EF3E}">
      <dsp:nvSpPr>
        <dsp:cNvPr id="0" name=""/>
        <dsp:cNvSpPr/>
      </dsp:nvSpPr>
      <dsp:spPr>
        <a:xfrm>
          <a:off x="9689602" y="0"/>
          <a:ext cx="1107388" cy="129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Nestle Brush" panose="00000500000000000000" pitchFamily="2" charset="0"/>
            </a:rPr>
            <a:t>Delivery, Offloading &amp; Return of Container</a:t>
          </a:r>
        </a:p>
      </dsp:txBody>
      <dsp:txXfrm>
        <a:off x="9689602" y="0"/>
        <a:ext cx="1107388" cy="1292279"/>
      </dsp:txXfrm>
    </dsp:sp>
    <dsp:sp modelId="{67367225-E98A-418D-A2A9-ED45317F5DE9}">
      <dsp:nvSpPr>
        <dsp:cNvPr id="0" name=""/>
        <dsp:cNvSpPr/>
      </dsp:nvSpPr>
      <dsp:spPr>
        <a:xfrm>
          <a:off x="10081761" y="1453814"/>
          <a:ext cx="323069" cy="32306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382C0-1D05-4229-918E-CDD7B7E48B4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6AEEE-E778-402E-8B8F-9A98AED26EB8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Date Placeholder 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1386E511-D742-4EFE-90B5-C9FC42762E0F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GB"/>
          </a:p>
        </p:txBody>
      </p:sp>
      <p:sp>
        <p:nvSpPr>
          <p:cNvPr id="12" name="Slide Image Placeholder 1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3" name="Header Placeholder 1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4BDF697-728F-4053-A657-9992000641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4000" y="1153016"/>
            <a:ext cx="11541600" cy="5379849"/>
          </a:xfrm>
          <a:custGeom>
            <a:avLst/>
            <a:gdLst>
              <a:gd name="connsiteX0" fmla="*/ 3638 w 11541600"/>
              <a:gd name="connsiteY0" fmla="*/ 0 h 5379849"/>
              <a:gd name="connsiteX1" fmla="*/ 6633 w 11541600"/>
              <a:gd name="connsiteY1" fmla="*/ 0 h 5379849"/>
              <a:gd name="connsiteX2" fmla="*/ 45496 w 11541600"/>
              <a:gd name="connsiteY2" fmla="*/ 37806 h 5379849"/>
              <a:gd name="connsiteX3" fmla="*/ 936119 w 11541600"/>
              <a:gd name="connsiteY3" fmla="*/ 194964 h 5379849"/>
              <a:gd name="connsiteX4" fmla="*/ 11023851 w 11541600"/>
              <a:gd name="connsiteY4" fmla="*/ 194964 h 5379849"/>
              <a:gd name="connsiteX5" fmla="*/ 11023858 w 11541600"/>
              <a:gd name="connsiteY5" fmla="*/ 194965 h 5379849"/>
              <a:gd name="connsiteX6" fmla="*/ 11225413 w 11541600"/>
              <a:gd name="connsiteY6" fmla="*/ 194965 h 5379849"/>
              <a:gd name="connsiteX7" fmla="*/ 11517895 w 11541600"/>
              <a:gd name="connsiteY7" fmla="*/ 388848 h 5379849"/>
              <a:gd name="connsiteX8" fmla="*/ 11541600 w 11541600"/>
              <a:gd name="connsiteY8" fmla="*/ 506236 h 5379849"/>
              <a:gd name="connsiteX9" fmla="*/ 11541600 w 11541600"/>
              <a:gd name="connsiteY9" fmla="*/ 5077441 h 5379849"/>
              <a:gd name="connsiteX10" fmla="*/ 11528572 w 11541600"/>
              <a:gd name="connsiteY10" fmla="*/ 5163593 h 5379849"/>
              <a:gd name="connsiteX11" fmla="*/ 11348962 w 11541600"/>
              <a:gd name="connsiteY11" fmla="*/ 5361689 h 5379849"/>
              <a:gd name="connsiteX12" fmla="*/ 11290471 w 11541600"/>
              <a:gd name="connsiteY12" fmla="*/ 5379849 h 5379849"/>
              <a:gd name="connsiteX13" fmla="*/ 6355580 w 11541600"/>
              <a:gd name="connsiteY13" fmla="*/ 5379849 h 5379849"/>
              <a:gd name="connsiteX14" fmla="*/ 6355580 w 11541600"/>
              <a:gd name="connsiteY14" fmla="*/ 5379848 h 5379849"/>
              <a:gd name="connsiteX15" fmla="*/ 0 w 11541600"/>
              <a:gd name="connsiteY15" fmla="*/ 5379848 h 5379849"/>
              <a:gd name="connsiteX16" fmla="*/ 0 w 11541600"/>
              <a:gd name="connsiteY16" fmla="*/ 92585 h 5379849"/>
              <a:gd name="connsiteX17" fmla="*/ 3638 w 11541600"/>
              <a:gd name="connsiteY17" fmla="*/ 96124 h 5379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541600" h="5379849">
                <a:moveTo>
                  <a:pt x="3638" y="0"/>
                </a:moveTo>
                <a:lnTo>
                  <a:pt x="6633" y="0"/>
                </a:lnTo>
                <a:lnTo>
                  <a:pt x="45496" y="37806"/>
                </a:lnTo>
                <a:cubicBezTo>
                  <a:pt x="175595" y="129375"/>
                  <a:pt x="525189" y="194964"/>
                  <a:pt x="936119" y="194964"/>
                </a:cubicBezTo>
                <a:lnTo>
                  <a:pt x="11023851" y="194964"/>
                </a:lnTo>
                <a:lnTo>
                  <a:pt x="11023858" y="194965"/>
                </a:lnTo>
                <a:lnTo>
                  <a:pt x="11225413" y="194965"/>
                </a:lnTo>
                <a:cubicBezTo>
                  <a:pt x="11356879" y="194965"/>
                  <a:pt x="11469701" y="274921"/>
                  <a:pt x="11517895" y="388848"/>
                </a:cubicBezTo>
                <a:lnTo>
                  <a:pt x="11541600" y="506236"/>
                </a:lnTo>
                <a:lnTo>
                  <a:pt x="11541600" y="5077441"/>
                </a:lnTo>
                <a:lnTo>
                  <a:pt x="11528572" y="5163593"/>
                </a:lnTo>
                <a:cubicBezTo>
                  <a:pt x="11500744" y="5253045"/>
                  <a:pt x="11434407" y="5325544"/>
                  <a:pt x="11348962" y="5361689"/>
                </a:cubicBezTo>
                <a:lnTo>
                  <a:pt x="11290471" y="5379849"/>
                </a:lnTo>
                <a:lnTo>
                  <a:pt x="6355580" y="5379849"/>
                </a:lnTo>
                <a:lnTo>
                  <a:pt x="6355580" y="5379848"/>
                </a:lnTo>
                <a:lnTo>
                  <a:pt x="0" y="5379848"/>
                </a:lnTo>
                <a:lnTo>
                  <a:pt x="0" y="92585"/>
                </a:lnTo>
                <a:lnTo>
                  <a:pt x="3638" y="9612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772000" tIns="0" bIns="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28399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AC94AE2-72B5-46A2-9147-CF5759C77D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8400" y="3429000"/>
            <a:ext cx="3780000" cy="324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98AEDA8E-14AA-492A-8FCB-AAC5E36A639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1F4E767D-83C3-4742-ACDC-F1302711F5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704230D5-82F3-4C8D-820A-38DD7770A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4" name="Logo Nestle">
            <a:extLst>
              <a:ext uri="{FF2B5EF4-FFF2-40B4-BE49-F238E27FC236}">
                <a16:creationId xmlns:a16="http://schemas.microsoft.com/office/drawing/2014/main" id="{0ED86401-AB41-4CB3-A5BF-E3B8ECCF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965" y="263012"/>
            <a:ext cx="2766138" cy="73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463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907FEDAD-0E0D-4B09-802E-BFF5182D681F}"/>
              </a:ext>
            </a:extLst>
          </p:cNvPr>
          <p:cNvGrpSpPr/>
          <p:nvPr userDrawn="1"/>
        </p:nvGrpSpPr>
        <p:grpSpPr>
          <a:xfrm>
            <a:off x="9624636" y="5848746"/>
            <a:ext cx="2386409" cy="886854"/>
            <a:chOff x="9624636" y="5848746"/>
            <a:chExt cx="2386409" cy="886854"/>
          </a:xfrm>
        </p:grpSpPr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D0AB2514-3642-4778-A796-F67831D26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624636" y="5848746"/>
              <a:ext cx="2386409" cy="886854"/>
            </a:xfrm>
            <a:prstGeom prst="rect">
              <a:avLst/>
            </a:prstGeom>
          </p:spPr>
        </p:pic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F25534BD-2EF4-4E08-8DF6-E28ADF7DA8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169801" y="6141982"/>
              <a:ext cx="1667269" cy="593618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12C559E-3453-4A1B-B0E0-CE4BF2641F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F96E2C-6FA7-4831-B34E-08DEA8027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999" y="1582738"/>
            <a:ext cx="11540975" cy="4949825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AB18F0E-758A-42F2-AF69-019A405FF0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28399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CE9005-9841-4428-B810-E333EE2B40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8400" y="3430800"/>
            <a:ext cx="5940000" cy="324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5" name="Date Placeholder 16" hidden="1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 hidden="1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 hidden="1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10" name="Logo Nestle">
            <a:extLst>
              <a:ext uri="{FF2B5EF4-FFF2-40B4-BE49-F238E27FC236}">
                <a16:creationId xmlns:a16="http://schemas.microsoft.com/office/drawing/2014/main" id="{4C57929A-6377-4154-A6A8-00F16D99D6A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965" y="263012"/>
            <a:ext cx="2766138" cy="736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8A2BDE-B7B7-6A4D-D0C5-B210F38F8A1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178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0D337FA-DA46-47B5-8029-9B295D76F8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0000" y="2731533"/>
            <a:ext cx="6688800" cy="644400"/>
          </a:xfrm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CE9005-9841-4428-B810-E333EE2B40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50000" y="3562200"/>
            <a:ext cx="33012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5" name="Date Placeholder 16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22FA968-6291-4755-B5CE-813964D4BF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262800"/>
            <a:ext cx="2764800" cy="73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9068A19F-C704-4B09-B538-01D7A410855B}"/>
              </a:ext>
            </a:extLst>
          </p:cNvPr>
          <p:cNvGrpSpPr/>
          <p:nvPr userDrawn="1"/>
        </p:nvGrpSpPr>
        <p:grpSpPr>
          <a:xfrm>
            <a:off x="0" y="0"/>
            <a:ext cx="12224405" cy="6857999"/>
            <a:chOff x="0" y="0"/>
            <a:chExt cx="12224405" cy="6857999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568CB307-8FBB-4957-9EDA-8139A8383F9B}"/>
                </a:ext>
              </a:extLst>
            </p:cNvPr>
            <p:cNvGrpSpPr/>
            <p:nvPr userDrawn="1"/>
          </p:nvGrpSpPr>
          <p:grpSpPr>
            <a:xfrm>
              <a:off x="0" y="0"/>
              <a:ext cx="12224405" cy="6857999"/>
              <a:chOff x="0" y="0"/>
              <a:chExt cx="12224405" cy="6857999"/>
            </a:xfrm>
          </p:grpSpPr>
          <p:pic>
            <p:nvPicPr>
              <p:cNvPr id="14" name="Picture 8">
                <a:extLst>
                  <a:ext uri="{FF2B5EF4-FFF2-40B4-BE49-F238E27FC236}">
                    <a16:creationId xmlns:a16="http://schemas.microsoft.com/office/drawing/2014/main" id="{C44D55BF-EDAC-413D-89EA-4BC46C181ED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266"/>
              <a:stretch/>
            </p:blipFill>
            <p:spPr>
              <a:xfrm>
                <a:off x="0" y="0"/>
                <a:ext cx="12224405" cy="6857999"/>
              </a:xfrm>
              <a:prstGeom prst="rect">
                <a:avLst/>
              </a:prstGeom>
            </p:spPr>
          </p:pic>
          <p:pic>
            <p:nvPicPr>
              <p:cNvPr id="18" name="Image 17">
                <a:extLst>
                  <a:ext uri="{FF2B5EF4-FFF2-40B4-BE49-F238E27FC236}">
                    <a16:creationId xmlns:a16="http://schemas.microsoft.com/office/drawing/2014/main" id="{A64D5F2F-D9A1-426C-97D5-D45CDA2E99B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9624636" y="5848746"/>
                <a:ext cx="2386409" cy="886854"/>
              </a:xfrm>
              <a:prstGeom prst="rect">
                <a:avLst/>
              </a:prstGeom>
            </p:spPr>
          </p:pic>
        </p:grp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180C79E8-6C40-4BB6-B3C9-B43380FEE6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0169801" y="6141982"/>
              <a:ext cx="1667269" cy="593618"/>
            </a:xfrm>
            <a:prstGeom prst="rect">
              <a:avLst/>
            </a:prstGeom>
          </p:spPr>
        </p:pic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76D535-3894-4C89-ACB9-1A6F046D1C3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-2072640" y="0"/>
            <a:ext cx="12192000" cy="6858000"/>
          </a:xfrm>
          <a:solidFill>
            <a:schemeClr val="tx2"/>
          </a:solidFill>
        </p:spPr>
        <p:txBody>
          <a:bodyPr tIns="7200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1EA40A-91A8-0F3D-77C8-8F4CA4B9B76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418625C-DD0F-0148-8EDE-AAA7B187E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6"/>
          <a:stretch/>
        </p:blipFill>
        <p:spPr>
          <a:xfrm>
            <a:off x="-32405" y="1"/>
            <a:ext cx="12224405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59B0D92-C137-4E19-AA52-867879D83F14}"/>
              </a:ext>
            </a:extLst>
          </p:cNvPr>
          <p:cNvSpPr/>
          <p:nvPr userDrawn="1"/>
        </p:nvSpPr>
        <p:spPr>
          <a:xfrm>
            <a:off x="-3248173" y="2269407"/>
            <a:ext cx="2647619" cy="6878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noProof="0" err="1">
                <a:solidFill>
                  <a:schemeClr val="tx1"/>
                </a:solidFill>
                <a:latin typeface="Nestle_ScriptARA" panose="00000500000000000000" pitchFamily="2" charset="0"/>
                <a:cs typeface="Nestle_ScriptARA" panose="00000500000000000000" pitchFamily="2" charset="0"/>
              </a:rPr>
              <a:t>ScriptARA</a:t>
            </a:r>
            <a:r>
              <a:rPr lang="en-GB" sz="1000" noProof="0">
                <a:solidFill>
                  <a:schemeClr val="tx1"/>
                </a:solidFill>
                <a:latin typeface="Nestle_ScriptARA" panose="00000500000000000000" pitchFamily="2" charset="0"/>
                <a:cs typeface="Nestle_ScriptARA" panose="00000500000000000000" pitchFamily="2" charset="0"/>
              </a:rPr>
              <a:t> text for 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noProof="0" err="1">
                <a:solidFill>
                  <a:schemeClr val="tx1"/>
                </a:solidFill>
                <a:latin typeface="Nestle_ScriptCYR" panose="00000500000000000000" pitchFamily="2" charset="0"/>
                <a:cs typeface="Nestle_ScriptCYR" panose="00000500000000000000" pitchFamily="2" charset="0"/>
              </a:rPr>
              <a:t>ScriptCYR</a:t>
            </a:r>
            <a:r>
              <a:rPr lang="en-GB" sz="1000" noProof="0">
                <a:solidFill>
                  <a:schemeClr val="tx1"/>
                </a:solidFill>
                <a:latin typeface="Nestle_ScriptCYR" panose="00000500000000000000" pitchFamily="2" charset="0"/>
                <a:cs typeface="Nestle_ScriptCYR" panose="00000500000000000000" pitchFamily="2" charset="0"/>
              </a:rPr>
              <a:t> text for embedding</a:t>
            </a:r>
          </a:p>
          <a:p>
            <a:pPr algn="ctr"/>
            <a:r>
              <a:rPr lang="en-GB" sz="1000" noProof="0" err="1">
                <a:solidFill>
                  <a:schemeClr val="tx1"/>
                </a:solidFill>
                <a:latin typeface="Nestle_ScriptEUR" panose="00000500000000000000" pitchFamily="2" charset="0"/>
                <a:cs typeface="Nestle_ScriptEUR" panose="00000500000000000000" pitchFamily="2" charset="0"/>
              </a:rPr>
              <a:t>ScriptEUR</a:t>
            </a:r>
            <a:r>
              <a:rPr lang="en-GB" sz="1000" noProof="0">
                <a:solidFill>
                  <a:schemeClr val="tx1"/>
                </a:solidFill>
                <a:latin typeface="Nestle_ScriptEUR" panose="00000500000000000000" pitchFamily="2" charset="0"/>
                <a:cs typeface="Nestle_ScriptEUR" panose="00000500000000000000" pitchFamily="2" charset="0"/>
              </a:rPr>
              <a:t> text for 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noProof="0" err="1">
                <a:solidFill>
                  <a:schemeClr val="tx1"/>
                </a:solidFill>
                <a:latin typeface="Nestle_ScriptGRK" panose="00000500000000000000" pitchFamily="2" charset="0"/>
                <a:cs typeface="Nestle_ScriptGRK" panose="00000500000000000000" pitchFamily="2" charset="0"/>
              </a:rPr>
              <a:t>ScriptGRK</a:t>
            </a:r>
            <a:r>
              <a:rPr lang="en-GB" sz="1000" noProof="0">
                <a:solidFill>
                  <a:schemeClr val="tx1"/>
                </a:solidFill>
                <a:latin typeface="Nestle_ScriptGRK" panose="00000500000000000000" pitchFamily="2" charset="0"/>
                <a:cs typeface="Nestle_ScriptGRK" panose="00000500000000000000" pitchFamily="2" charset="0"/>
              </a:rPr>
              <a:t> text for 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noProof="0" err="1">
                <a:solidFill>
                  <a:schemeClr val="tx1"/>
                </a:solidFill>
                <a:latin typeface="Nestle_ScriptVIT" panose="00000500000000000000" pitchFamily="2" charset="0"/>
                <a:cs typeface="Nestle_ScriptVIT" panose="00000500000000000000" pitchFamily="2" charset="0"/>
              </a:rPr>
              <a:t>ScriptVIT</a:t>
            </a:r>
            <a:r>
              <a:rPr lang="en-GB" sz="1000" noProof="0">
                <a:solidFill>
                  <a:schemeClr val="tx1"/>
                </a:solidFill>
                <a:latin typeface="Nestle_ScriptVIT" panose="00000500000000000000" pitchFamily="2" charset="0"/>
                <a:cs typeface="Nestle_ScriptVIT" panose="00000500000000000000" pitchFamily="2" charset="0"/>
              </a:rPr>
              <a:t> text for embedding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11329200" cy="450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D32C4-A236-4C1F-9366-12620F9C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A133E-B9C0-4FC3-BE79-ECDCC1F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AEC23-1AC4-4464-8BE1-F792C924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30B67F2-E91D-495D-A253-ABC2AFE10F3A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79AF577-67E1-4DB0-B1F1-75866A7394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B8B7C3-BA02-4B97-A8F3-07D928ABEF74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EB14D73-B6C0-4050-8D9F-69D1D6EFBAB7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F2B2B-2D2E-CEFE-5B34-5200007B26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16AA5A99-6794-4BA9-9D9D-75D3A0C2513D}"/>
              </a:ext>
            </a:extLst>
          </p:cNvPr>
          <p:cNvGrpSpPr/>
          <p:nvPr userDrawn="1"/>
        </p:nvGrpSpPr>
        <p:grpSpPr>
          <a:xfrm>
            <a:off x="0" y="0"/>
            <a:ext cx="12224405" cy="6857999"/>
            <a:chOff x="0" y="0"/>
            <a:chExt cx="12224405" cy="6857999"/>
          </a:xfrm>
        </p:grpSpPr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0F3970C2-BA69-4BA1-BE48-BC2BA8CAC6DC}"/>
                </a:ext>
              </a:extLst>
            </p:cNvPr>
            <p:cNvGrpSpPr/>
            <p:nvPr userDrawn="1"/>
          </p:nvGrpSpPr>
          <p:grpSpPr>
            <a:xfrm>
              <a:off x="0" y="0"/>
              <a:ext cx="12224405" cy="6857999"/>
              <a:chOff x="0" y="0"/>
              <a:chExt cx="12224405" cy="6857999"/>
            </a:xfrm>
          </p:grpSpPr>
          <p:pic>
            <p:nvPicPr>
              <p:cNvPr id="21" name="Picture 8">
                <a:extLst>
                  <a:ext uri="{FF2B5EF4-FFF2-40B4-BE49-F238E27FC236}">
                    <a16:creationId xmlns:a16="http://schemas.microsoft.com/office/drawing/2014/main" id="{B0DFE6C4-6414-4193-8ABF-2D4B6E9469A0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266"/>
              <a:stretch/>
            </p:blipFill>
            <p:spPr>
              <a:xfrm>
                <a:off x="0" y="0"/>
                <a:ext cx="12224405" cy="6857999"/>
              </a:xfrm>
              <a:prstGeom prst="rect">
                <a:avLst/>
              </a:prstGeom>
            </p:spPr>
          </p:pic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39367C61-8824-4288-98CD-F9C0A381F92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9624636" y="5848746"/>
                <a:ext cx="2386409" cy="886854"/>
              </a:xfrm>
              <a:prstGeom prst="rect">
                <a:avLst/>
              </a:prstGeom>
            </p:spPr>
          </p:pic>
        </p:grpSp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EA0E35C1-F4CE-40AA-B41D-D6FFCF4C05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169801" y="6141982"/>
              <a:ext cx="1667269" cy="59361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5248800" cy="449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11200" y="1713600"/>
            <a:ext cx="5248800" cy="449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EDE425-9F1D-4011-B8D1-93602816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D7E31B-8FA5-4D3A-BB52-85E4D22B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1335CB-A823-4D49-A875-90100CC7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0D155B-64BE-4BA6-BBE2-AB77226A334F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AB25229-2EB9-475D-9DC5-E23CC99A9A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253EDBB-F956-4E14-B966-B51860A0953E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2F18218-30E7-4FC7-AC65-080C8FF7598E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A3927-CE72-FE9F-E890-69D2485E2AB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852197" y="99916"/>
            <a:ext cx="906167" cy="503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9E6E89-C547-AB2F-76A9-26449B68DD8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E2AC5BBC-C93E-423D-86E7-C481521FFAA9}"/>
              </a:ext>
            </a:extLst>
          </p:cNvPr>
          <p:cNvGrpSpPr/>
          <p:nvPr userDrawn="1"/>
        </p:nvGrpSpPr>
        <p:grpSpPr>
          <a:xfrm>
            <a:off x="0" y="0"/>
            <a:ext cx="12224405" cy="6857999"/>
            <a:chOff x="0" y="0"/>
            <a:chExt cx="12224405" cy="6857999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5D11F9DB-81F6-4CB2-BD52-148333FC1BC6}"/>
                </a:ext>
              </a:extLst>
            </p:cNvPr>
            <p:cNvGrpSpPr/>
            <p:nvPr userDrawn="1"/>
          </p:nvGrpSpPr>
          <p:grpSpPr>
            <a:xfrm>
              <a:off x="0" y="0"/>
              <a:ext cx="12224405" cy="6857999"/>
              <a:chOff x="0" y="0"/>
              <a:chExt cx="12224405" cy="6857999"/>
            </a:xfrm>
          </p:grpSpPr>
          <p:pic>
            <p:nvPicPr>
              <p:cNvPr id="13" name="Picture 8">
                <a:extLst>
                  <a:ext uri="{FF2B5EF4-FFF2-40B4-BE49-F238E27FC236}">
                    <a16:creationId xmlns:a16="http://schemas.microsoft.com/office/drawing/2014/main" id="{F5E295F0-1982-46C8-AC7F-AA619FF00E46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266"/>
              <a:stretch/>
            </p:blipFill>
            <p:spPr>
              <a:xfrm>
                <a:off x="0" y="0"/>
                <a:ext cx="12224405" cy="6857999"/>
              </a:xfrm>
              <a:prstGeom prst="rect">
                <a:avLst/>
              </a:prstGeom>
            </p:spPr>
          </p:pic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765F5F4A-02D1-46C6-A0E7-FFFF3EA96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9624636" y="5848746"/>
                <a:ext cx="2386409" cy="886854"/>
              </a:xfrm>
              <a:prstGeom prst="rect">
                <a:avLst/>
              </a:prstGeom>
            </p:spPr>
          </p:pic>
        </p:grp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C2C687AE-6A5B-4C8E-AC80-637CC8AE7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169801" y="6141982"/>
              <a:ext cx="1667269" cy="59361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C57CF9-B089-44AD-98E2-F164E241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4015AB-CEFF-4C6C-8BA6-F05EF66E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B3F117-3916-481D-B476-CB9FEE79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71E25-6EF5-00D0-8B00-2F010B84F71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AFACA179-E3C1-455A-A947-BB087306AD16}"/>
              </a:ext>
            </a:extLst>
          </p:cNvPr>
          <p:cNvGrpSpPr/>
          <p:nvPr userDrawn="1"/>
        </p:nvGrpSpPr>
        <p:grpSpPr>
          <a:xfrm>
            <a:off x="0" y="0"/>
            <a:ext cx="12224405" cy="6857999"/>
            <a:chOff x="0" y="0"/>
            <a:chExt cx="12224405" cy="6857999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43367884-23DC-4B7B-ADD8-2F080662E74A}"/>
                </a:ext>
              </a:extLst>
            </p:cNvPr>
            <p:cNvGrpSpPr/>
            <p:nvPr userDrawn="1"/>
          </p:nvGrpSpPr>
          <p:grpSpPr>
            <a:xfrm>
              <a:off x="0" y="0"/>
              <a:ext cx="12224405" cy="6857999"/>
              <a:chOff x="0" y="0"/>
              <a:chExt cx="12224405" cy="685799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903351C-80AC-B74B-9ADA-70940076CC49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266"/>
              <a:stretch/>
            </p:blipFill>
            <p:spPr>
              <a:xfrm>
                <a:off x="0" y="0"/>
                <a:ext cx="12224405" cy="6857999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52E61243-ACA5-47D3-80FF-052357FC5FD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9624636" y="5848746"/>
                <a:ext cx="2386409" cy="886854"/>
              </a:xfrm>
              <a:prstGeom prst="rect">
                <a:avLst/>
              </a:prstGeom>
            </p:spPr>
          </p:pic>
        </p:grp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C8AEDAF0-E290-4DB9-8A19-AE38D247DF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169801" y="6141982"/>
              <a:ext cx="1667269" cy="593618"/>
            </a:xfrm>
            <a:prstGeom prst="rect">
              <a:avLst/>
            </a:prstGeom>
          </p:spPr>
        </p:pic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87740-79FA-4EC2-8742-4C823994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3DC15-ABD7-4D1D-8967-87C97328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53E7E-416C-4DF5-9A3D-F6316173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81FBD9-C9EA-94BB-358A-39AF480067A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FE149D2E-A4D5-4D64-862D-0FFAF96E34D2}"/>
              </a:ext>
            </a:extLst>
          </p:cNvPr>
          <p:cNvGrpSpPr/>
          <p:nvPr userDrawn="1"/>
        </p:nvGrpSpPr>
        <p:grpSpPr>
          <a:xfrm>
            <a:off x="0" y="0"/>
            <a:ext cx="12224405" cy="6857999"/>
            <a:chOff x="0" y="0"/>
            <a:chExt cx="12224405" cy="6857999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AE4A63E2-FEFC-4C7E-BC97-37BE7AB52770}"/>
                </a:ext>
              </a:extLst>
            </p:cNvPr>
            <p:cNvGrpSpPr/>
            <p:nvPr userDrawn="1"/>
          </p:nvGrpSpPr>
          <p:grpSpPr>
            <a:xfrm>
              <a:off x="0" y="0"/>
              <a:ext cx="12224405" cy="6857999"/>
              <a:chOff x="0" y="0"/>
              <a:chExt cx="12224405" cy="6857999"/>
            </a:xfrm>
          </p:grpSpPr>
          <p:pic>
            <p:nvPicPr>
              <p:cNvPr id="16" name="Picture 8">
                <a:extLst>
                  <a:ext uri="{FF2B5EF4-FFF2-40B4-BE49-F238E27FC236}">
                    <a16:creationId xmlns:a16="http://schemas.microsoft.com/office/drawing/2014/main" id="{23368D75-B4F7-4CE1-BC83-5CCEB898A648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266"/>
              <a:stretch/>
            </p:blipFill>
            <p:spPr>
              <a:xfrm>
                <a:off x="0" y="0"/>
                <a:ext cx="12224405" cy="6857999"/>
              </a:xfrm>
              <a:prstGeom prst="rect">
                <a:avLst/>
              </a:prstGeom>
            </p:spPr>
          </p:pic>
          <p:pic>
            <p:nvPicPr>
              <p:cNvPr id="17" name="Image 16">
                <a:extLst>
                  <a:ext uri="{FF2B5EF4-FFF2-40B4-BE49-F238E27FC236}">
                    <a16:creationId xmlns:a16="http://schemas.microsoft.com/office/drawing/2014/main" id="{71411191-4664-4BC8-9EB3-D62B0CD4187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9624636" y="5848746"/>
                <a:ext cx="2386409" cy="886854"/>
              </a:xfrm>
              <a:prstGeom prst="rect">
                <a:avLst/>
              </a:prstGeom>
            </p:spPr>
          </p:pic>
        </p:grp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9F8E34EE-12E3-48F5-BFE8-0279CD5DEE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169801" y="6141982"/>
              <a:ext cx="1667269" cy="59361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7823CE-E90C-4D9A-98B4-C6F1572E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5A9DA-8BAE-464D-9324-4F7FC79538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436433"/>
            <a:ext cx="11758364" cy="4652961"/>
          </a:xfrm>
          <a:custGeom>
            <a:avLst/>
            <a:gdLst>
              <a:gd name="connsiteX0" fmla="*/ 6023031 w 11758364"/>
              <a:gd name="connsiteY0" fmla="*/ 0 h 4652961"/>
              <a:gd name="connsiteX1" fmla="*/ 11451222 w 11758364"/>
              <a:gd name="connsiteY1" fmla="*/ 0 h 4652961"/>
              <a:gd name="connsiteX2" fmla="*/ 11758364 w 11758364"/>
              <a:gd name="connsiteY2" fmla="*/ 307142 h 4652961"/>
              <a:gd name="connsiteX3" fmla="*/ 11758364 w 11758364"/>
              <a:gd name="connsiteY3" fmla="*/ 4345819 h 4652961"/>
              <a:gd name="connsiteX4" fmla="*/ 11451222 w 11758364"/>
              <a:gd name="connsiteY4" fmla="*/ 4652961 h 4652961"/>
              <a:gd name="connsiteX5" fmla="*/ 6340838 w 11758364"/>
              <a:gd name="connsiteY5" fmla="*/ 4650218 h 4652961"/>
              <a:gd name="connsiteX6" fmla="*/ 6340838 w 11758364"/>
              <a:gd name="connsiteY6" fmla="*/ 4652961 h 4652961"/>
              <a:gd name="connsiteX7" fmla="*/ 0 w 11758364"/>
              <a:gd name="connsiteY7" fmla="*/ 4652961 h 4652961"/>
              <a:gd name="connsiteX8" fmla="*/ 0 w 11758364"/>
              <a:gd name="connsiteY8" fmla="*/ 1 h 4652961"/>
              <a:gd name="connsiteX9" fmla="*/ 6023031 w 11758364"/>
              <a:gd name="connsiteY9" fmla="*/ 1 h 4652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58364" h="4652961">
                <a:moveTo>
                  <a:pt x="6023031" y="0"/>
                </a:moveTo>
                <a:lnTo>
                  <a:pt x="11451222" y="0"/>
                </a:lnTo>
                <a:cubicBezTo>
                  <a:pt x="11620852" y="0"/>
                  <a:pt x="11758364" y="137512"/>
                  <a:pt x="11758364" y="307142"/>
                </a:cubicBezTo>
                <a:lnTo>
                  <a:pt x="11758364" y="4345819"/>
                </a:lnTo>
                <a:cubicBezTo>
                  <a:pt x="11758364" y="4515449"/>
                  <a:pt x="11620852" y="4652961"/>
                  <a:pt x="11451222" y="4652961"/>
                </a:cubicBezTo>
                <a:lnTo>
                  <a:pt x="6340838" y="4650218"/>
                </a:lnTo>
                <a:lnTo>
                  <a:pt x="6340838" y="4652961"/>
                </a:lnTo>
                <a:lnTo>
                  <a:pt x="0" y="4652961"/>
                </a:lnTo>
                <a:lnTo>
                  <a:pt x="0" y="1"/>
                </a:lnTo>
                <a:lnTo>
                  <a:pt x="6023031" y="1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 wrap="square" lIns="432000" tIns="1296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text, change Fill color from Custom Colors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7ED77-2031-447D-8BAD-ED7514E3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41E20-2E12-4467-8637-DBFAC1A3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350F8-B60B-428C-B4F9-2FDCEC54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181E8-9114-3C80-D937-EE6D4F35D3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 userDrawn="1">
          <p15:clr>
            <a:srgbClr val="00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48D024-2E71-4346-9D12-E33296CBC896}"/>
              </a:ext>
            </a:extLst>
          </p:cNvPr>
          <p:cNvGrpSpPr/>
          <p:nvPr userDrawn="1"/>
        </p:nvGrpSpPr>
        <p:grpSpPr>
          <a:xfrm>
            <a:off x="0" y="0"/>
            <a:ext cx="12224405" cy="6857999"/>
            <a:chOff x="0" y="0"/>
            <a:chExt cx="12224405" cy="6857999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688EC51C-41FD-414A-8DED-A33E842716CC}"/>
                </a:ext>
              </a:extLst>
            </p:cNvPr>
            <p:cNvGrpSpPr/>
            <p:nvPr userDrawn="1"/>
          </p:nvGrpSpPr>
          <p:grpSpPr>
            <a:xfrm>
              <a:off x="0" y="0"/>
              <a:ext cx="12224405" cy="6857999"/>
              <a:chOff x="0" y="0"/>
              <a:chExt cx="12224405" cy="6857999"/>
            </a:xfrm>
          </p:grpSpPr>
          <p:pic>
            <p:nvPicPr>
              <p:cNvPr id="29" name="Picture 8">
                <a:extLst>
                  <a:ext uri="{FF2B5EF4-FFF2-40B4-BE49-F238E27FC236}">
                    <a16:creationId xmlns:a16="http://schemas.microsoft.com/office/drawing/2014/main" id="{ADCA5B14-0FEB-4936-BF75-B2058341A66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266"/>
              <a:stretch/>
            </p:blipFill>
            <p:spPr>
              <a:xfrm>
                <a:off x="0" y="0"/>
                <a:ext cx="12224405" cy="6857999"/>
              </a:xfrm>
              <a:prstGeom prst="rect">
                <a:avLst/>
              </a:prstGeom>
            </p:spPr>
          </p:pic>
          <p:pic>
            <p:nvPicPr>
              <p:cNvPr id="31" name="Image 30">
                <a:extLst>
                  <a:ext uri="{FF2B5EF4-FFF2-40B4-BE49-F238E27FC236}">
                    <a16:creationId xmlns:a16="http://schemas.microsoft.com/office/drawing/2014/main" id="{2273CEFE-874A-4626-8729-7BA78DCCC61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9624636" y="5848746"/>
                <a:ext cx="2386409" cy="886854"/>
              </a:xfrm>
              <a:prstGeom prst="rect">
                <a:avLst/>
              </a:prstGeom>
            </p:spPr>
          </p:pic>
        </p:grp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62D9467A-EF73-48D6-A11C-6B7C6ACD67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169801" y="6141982"/>
              <a:ext cx="1667269" cy="59361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3247-21F2-4F5E-9E0D-EDEF438C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5" y="432000"/>
            <a:ext cx="11327999" cy="8679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B64504-0101-4E1E-99BE-5A4324B229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0365" y="1407649"/>
            <a:ext cx="2736000" cy="305264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4555FD-642A-4ADC-8195-84B94171FD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2000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ECEC61-AB7D-419F-B622-3653B4BE77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000" y="4103589"/>
            <a:ext cx="2718690" cy="211114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CAD3D11-9624-4E5C-B85E-FFFFC06F5F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94993" y="1407649"/>
            <a:ext cx="2736000" cy="305264"/>
          </a:xfrm>
        </p:spPr>
        <p:txBody>
          <a:bodyPr/>
          <a:lstStyle>
            <a:lvl1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72830913-9578-4B62-9EE0-22BC57D000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94993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7827823-C348-4AD1-90A0-DD4E69293BE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57986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F0C82393-564E-4B46-95A3-8EE7718EBD1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20980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5538-FF2E-432E-BA16-21C718995C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4992" y="4103589"/>
            <a:ext cx="2735999" cy="210988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B0FF1C5-89FC-4D89-BC35-0CF5A4B1C8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57986" y="1408113"/>
            <a:ext cx="2736000" cy="3048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19E84D6-80BB-4E79-B00A-9D31E6E1FB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57986" y="4103589"/>
            <a:ext cx="2735998" cy="210988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B6C9797-490C-4FA5-8F33-71BA1DBF2B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20980" y="1408113"/>
            <a:ext cx="2736000" cy="306000"/>
          </a:xfrm>
        </p:spPr>
        <p:txBody>
          <a:bodyPr/>
          <a:lstStyle>
            <a:lvl1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B3B104F-B983-42F4-A2D8-675858CA502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20979" y="4103588"/>
            <a:ext cx="2735998" cy="2109885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32299C-4563-4184-98FD-35ADEC86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5B4CB-5965-419B-8B18-C6198D37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E4379-196D-469E-A5F1-64831757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AE81A4-2895-877A-E104-19461CE7025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04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 userDrawn="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A9735A35-00A5-4552-8BAE-C864FCF620A6}"/>
              </a:ext>
            </a:extLst>
          </p:cNvPr>
          <p:cNvGrpSpPr/>
          <p:nvPr userDrawn="1"/>
        </p:nvGrpSpPr>
        <p:grpSpPr>
          <a:xfrm>
            <a:off x="0" y="0"/>
            <a:ext cx="12224405" cy="6857999"/>
            <a:chOff x="0" y="0"/>
            <a:chExt cx="12224405" cy="6857999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BA5357B6-BED3-45E8-B86F-9BD245AE879B}"/>
                </a:ext>
              </a:extLst>
            </p:cNvPr>
            <p:cNvGrpSpPr/>
            <p:nvPr userDrawn="1"/>
          </p:nvGrpSpPr>
          <p:grpSpPr>
            <a:xfrm>
              <a:off x="0" y="0"/>
              <a:ext cx="12224405" cy="6857999"/>
              <a:chOff x="0" y="0"/>
              <a:chExt cx="12224405" cy="6857999"/>
            </a:xfrm>
          </p:grpSpPr>
          <p:pic>
            <p:nvPicPr>
              <p:cNvPr id="14" name="Picture 8">
                <a:extLst>
                  <a:ext uri="{FF2B5EF4-FFF2-40B4-BE49-F238E27FC236}">
                    <a16:creationId xmlns:a16="http://schemas.microsoft.com/office/drawing/2014/main" id="{3169C671-CA5E-4F49-B5AB-3B76E776F1C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266"/>
              <a:stretch/>
            </p:blipFill>
            <p:spPr>
              <a:xfrm>
                <a:off x="0" y="0"/>
                <a:ext cx="12224405" cy="6857999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1AE1945C-41E7-4A8E-89FD-E9A8D65A5ED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9624636" y="5848746"/>
                <a:ext cx="2386409" cy="886854"/>
              </a:xfrm>
              <a:prstGeom prst="rect">
                <a:avLst/>
              </a:prstGeom>
            </p:spPr>
          </p:pic>
        </p:grp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6A7045E0-CF80-4D90-9AAC-AF0C5112B8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169801" y="6141982"/>
              <a:ext cx="1667269" cy="59361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F85036-2379-49FD-A17A-8B08C7D1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176B3C-88D0-48FA-8627-975C93A903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73010"/>
            <a:ext cx="5943600" cy="4652962"/>
          </a:xfrm>
        </p:spPr>
        <p:txBody>
          <a:bodyPr tIns="720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6D20FEE-ED21-4EDB-AC0A-113116021E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23031" y="1473008"/>
            <a:ext cx="5735333" cy="4634150"/>
          </a:xfrm>
          <a:custGeom>
            <a:avLst/>
            <a:gdLst>
              <a:gd name="connsiteX0" fmla="*/ 0 w 5735333"/>
              <a:gd name="connsiteY0" fmla="*/ 0 h 4634150"/>
              <a:gd name="connsiteX1" fmla="*/ 5428191 w 5735333"/>
              <a:gd name="connsiteY1" fmla="*/ 0 h 4634150"/>
              <a:gd name="connsiteX2" fmla="*/ 5735333 w 5735333"/>
              <a:gd name="connsiteY2" fmla="*/ 307142 h 4634150"/>
              <a:gd name="connsiteX3" fmla="*/ 5735333 w 5735333"/>
              <a:gd name="connsiteY3" fmla="*/ 3851111 h 4634150"/>
              <a:gd name="connsiteX4" fmla="*/ 5735332 w 5735333"/>
              <a:gd name="connsiteY4" fmla="*/ 3851111 h 4634150"/>
              <a:gd name="connsiteX5" fmla="*/ 5735332 w 5735333"/>
              <a:gd name="connsiteY5" fmla="*/ 4327008 h 4634150"/>
              <a:gd name="connsiteX6" fmla="*/ 5428190 w 5735333"/>
              <a:gd name="connsiteY6" fmla="*/ 4634150 h 4634150"/>
              <a:gd name="connsiteX7" fmla="*/ 2911 w 5735333"/>
              <a:gd name="connsiteY7" fmla="*/ 4631238 h 4634150"/>
              <a:gd name="connsiteX8" fmla="*/ 2423 w 5735333"/>
              <a:gd name="connsiteY8" fmla="*/ 3851111 h 4634150"/>
              <a:gd name="connsiteX9" fmla="*/ 2412 w 5735333"/>
              <a:gd name="connsiteY9" fmla="*/ 3851111 h 463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35333" h="4634150">
                <a:moveTo>
                  <a:pt x="0" y="0"/>
                </a:moveTo>
                <a:lnTo>
                  <a:pt x="5428191" y="0"/>
                </a:lnTo>
                <a:cubicBezTo>
                  <a:pt x="5597821" y="0"/>
                  <a:pt x="5735333" y="137512"/>
                  <a:pt x="5735333" y="307142"/>
                </a:cubicBezTo>
                <a:lnTo>
                  <a:pt x="5735333" y="3851111"/>
                </a:lnTo>
                <a:lnTo>
                  <a:pt x="5735332" y="3851111"/>
                </a:lnTo>
                <a:lnTo>
                  <a:pt x="5735332" y="4327008"/>
                </a:lnTo>
                <a:cubicBezTo>
                  <a:pt x="5735332" y="4496638"/>
                  <a:pt x="5597820" y="4634150"/>
                  <a:pt x="5428190" y="4634150"/>
                </a:cubicBezTo>
                <a:lnTo>
                  <a:pt x="2911" y="4631238"/>
                </a:lnTo>
                <a:lnTo>
                  <a:pt x="2423" y="3851111"/>
                </a:lnTo>
                <a:lnTo>
                  <a:pt x="2412" y="38511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252000" tIns="288000" rIns="252000" bIns="216000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200">
                <a:solidFill>
                  <a:schemeClr val="bg1"/>
                </a:solidFill>
                <a:latin typeface="Nestle_ScriptEUR" panose="00000500000000000000" pitchFamily="2" charset="0"/>
                <a:cs typeface="Nestle_ScriptEUR" panose="00000500000000000000" pitchFamily="2" charset="0"/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600">
                <a:solidFill>
                  <a:schemeClr val="bg1"/>
                </a:solidFill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179388" indent="-179388"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</a:t>
            </a:r>
            <a:r>
              <a:rPr lang="en-US" err="1"/>
              <a:t>Nestlé_Script</a:t>
            </a:r>
            <a:r>
              <a:rPr lang="en-US"/>
              <a:t> EUR text. Click Enter for new line, click TAB to add text in </a:t>
            </a:r>
            <a:r>
              <a:rPr lang="en-US" err="1"/>
              <a:t>Nestlé_Brush</a:t>
            </a:r>
            <a:r>
              <a:rPr lang="en-US"/>
              <a:t>. Change Fill color if needed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C7787-1671-4A57-864C-1E045F71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71BEB-132E-4D91-86F9-DE619EA6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A1E77-B9F5-4488-8872-BBCD3E95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61E3E4-C77E-CE0C-0B09-39DAE6AEA75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92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 userDrawn="1">
          <p15:clr>
            <a:srgbClr val="00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ABD553F-4B64-440F-BB5C-D9D9E3C68A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4000" y="1153016"/>
            <a:ext cx="11541600" cy="5379849"/>
          </a:xfrm>
          <a:custGeom>
            <a:avLst/>
            <a:gdLst>
              <a:gd name="connsiteX0" fmla="*/ 3638 w 11541600"/>
              <a:gd name="connsiteY0" fmla="*/ 0 h 5379849"/>
              <a:gd name="connsiteX1" fmla="*/ 6633 w 11541600"/>
              <a:gd name="connsiteY1" fmla="*/ 0 h 5379849"/>
              <a:gd name="connsiteX2" fmla="*/ 45496 w 11541600"/>
              <a:gd name="connsiteY2" fmla="*/ 37806 h 5379849"/>
              <a:gd name="connsiteX3" fmla="*/ 936119 w 11541600"/>
              <a:gd name="connsiteY3" fmla="*/ 194964 h 5379849"/>
              <a:gd name="connsiteX4" fmla="*/ 11023851 w 11541600"/>
              <a:gd name="connsiteY4" fmla="*/ 194964 h 5379849"/>
              <a:gd name="connsiteX5" fmla="*/ 11023858 w 11541600"/>
              <a:gd name="connsiteY5" fmla="*/ 194965 h 5379849"/>
              <a:gd name="connsiteX6" fmla="*/ 11225413 w 11541600"/>
              <a:gd name="connsiteY6" fmla="*/ 194965 h 5379849"/>
              <a:gd name="connsiteX7" fmla="*/ 11517895 w 11541600"/>
              <a:gd name="connsiteY7" fmla="*/ 388848 h 5379849"/>
              <a:gd name="connsiteX8" fmla="*/ 11541600 w 11541600"/>
              <a:gd name="connsiteY8" fmla="*/ 506236 h 5379849"/>
              <a:gd name="connsiteX9" fmla="*/ 11541600 w 11541600"/>
              <a:gd name="connsiteY9" fmla="*/ 5077441 h 5379849"/>
              <a:gd name="connsiteX10" fmla="*/ 11528572 w 11541600"/>
              <a:gd name="connsiteY10" fmla="*/ 5163593 h 5379849"/>
              <a:gd name="connsiteX11" fmla="*/ 11348962 w 11541600"/>
              <a:gd name="connsiteY11" fmla="*/ 5361689 h 5379849"/>
              <a:gd name="connsiteX12" fmla="*/ 11290471 w 11541600"/>
              <a:gd name="connsiteY12" fmla="*/ 5379849 h 5379849"/>
              <a:gd name="connsiteX13" fmla="*/ 6355580 w 11541600"/>
              <a:gd name="connsiteY13" fmla="*/ 5379849 h 5379849"/>
              <a:gd name="connsiteX14" fmla="*/ 6355580 w 11541600"/>
              <a:gd name="connsiteY14" fmla="*/ 5379848 h 5379849"/>
              <a:gd name="connsiteX15" fmla="*/ 0 w 11541600"/>
              <a:gd name="connsiteY15" fmla="*/ 5379848 h 5379849"/>
              <a:gd name="connsiteX16" fmla="*/ 0 w 11541600"/>
              <a:gd name="connsiteY16" fmla="*/ 92585 h 5379849"/>
              <a:gd name="connsiteX17" fmla="*/ 3638 w 11541600"/>
              <a:gd name="connsiteY17" fmla="*/ 96124 h 5379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541600" h="5379849">
                <a:moveTo>
                  <a:pt x="3638" y="0"/>
                </a:moveTo>
                <a:lnTo>
                  <a:pt x="6633" y="0"/>
                </a:lnTo>
                <a:lnTo>
                  <a:pt x="45496" y="37806"/>
                </a:lnTo>
                <a:cubicBezTo>
                  <a:pt x="175595" y="129375"/>
                  <a:pt x="525189" y="194964"/>
                  <a:pt x="936119" y="194964"/>
                </a:cubicBezTo>
                <a:lnTo>
                  <a:pt x="11023851" y="194964"/>
                </a:lnTo>
                <a:lnTo>
                  <a:pt x="11023858" y="194965"/>
                </a:lnTo>
                <a:lnTo>
                  <a:pt x="11225413" y="194965"/>
                </a:lnTo>
                <a:cubicBezTo>
                  <a:pt x="11356879" y="194965"/>
                  <a:pt x="11469701" y="274921"/>
                  <a:pt x="11517895" y="388848"/>
                </a:cubicBezTo>
                <a:lnTo>
                  <a:pt x="11541600" y="506236"/>
                </a:lnTo>
                <a:lnTo>
                  <a:pt x="11541600" y="5077441"/>
                </a:lnTo>
                <a:lnTo>
                  <a:pt x="11528572" y="5163593"/>
                </a:lnTo>
                <a:cubicBezTo>
                  <a:pt x="11500744" y="5253045"/>
                  <a:pt x="11434407" y="5325544"/>
                  <a:pt x="11348962" y="5361689"/>
                </a:cubicBezTo>
                <a:lnTo>
                  <a:pt x="11290471" y="5379849"/>
                </a:lnTo>
                <a:lnTo>
                  <a:pt x="6355580" y="5379849"/>
                </a:lnTo>
                <a:lnTo>
                  <a:pt x="6355580" y="5379848"/>
                </a:lnTo>
                <a:lnTo>
                  <a:pt x="0" y="5379848"/>
                </a:lnTo>
                <a:lnTo>
                  <a:pt x="0" y="92585"/>
                </a:lnTo>
                <a:lnTo>
                  <a:pt x="3638" y="9612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772000" tIns="0" bIns="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BBB032-3F6A-4870-A32A-6766B3E2C5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600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F784D41-BCC3-4780-90A0-0F34F4E8D6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600" y="3357001"/>
            <a:ext cx="37800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AEDA8E-14AA-492A-8FCB-AAC5E36A639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4E767D-83C3-4742-ACDC-F1302711F5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04230D5-82F3-4C8D-820A-38DD7770A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12" name="Logo Nestle">
            <a:extLst>
              <a:ext uri="{FF2B5EF4-FFF2-40B4-BE49-F238E27FC236}">
                <a16:creationId xmlns:a16="http://schemas.microsoft.com/office/drawing/2014/main" id="{5296F332-40A1-49F8-8BBB-97CA396B6C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965" y="263012"/>
            <a:ext cx="2766138" cy="7367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40583C-0237-5828-A521-A0FE35C3D1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18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itle Sl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313FB3E-7AA8-4140-A64B-83F0FED313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F96E2C-6FA7-4831-B34E-08DEA8027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4965" y="1582738"/>
            <a:ext cx="11540010" cy="4949825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5C595FB-4A94-46C2-8442-DF09BA847A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600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CE9005-9841-4428-B810-E333EE2B40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600" y="3357001"/>
            <a:ext cx="33012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5" name="Date Placeholder 16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11" name="Logo Nestle">
            <a:extLst>
              <a:ext uri="{FF2B5EF4-FFF2-40B4-BE49-F238E27FC236}">
                <a16:creationId xmlns:a16="http://schemas.microsoft.com/office/drawing/2014/main" id="{6C148C0C-F6CA-4471-A0EE-A14E69F7AE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965" y="263012"/>
            <a:ext cx="2766138" cy="7367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D44277-E049-1B81-E78F-027C02D7D1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544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epor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EF936125-CBA2-4E8D-8E42-B5ACA01AE50F}"/>
              </a:ext>
            </a:extLst>
          </p:cNvPr>
          <p:cNvGrpSpPr/>
          <p:nvPr userDrawn="1"/>
        </p:nvGrpSpPr>
        <p:grpSpPr>
          <a:xfrm>
            <a:off x="0" y="0"/>
            <a:ext cx="12224405" cy="6857999"/>
            <a:chOff x="0" y="0"/>
            <a:chExt cx="12224405" cy="6857999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E11E5B50-4A93-4E28-99EF-BDFFE4559FBD}"/>
                </a:ext>
              </a:extLst>
            </p:cNvPr>
            <p:cNvGrpSpPr/>
            <p:nvPr userDrawn="1"/>
          </p:nvGrpSpPr>
          <p:grpSpPr>
            <a:xfrm>
              <a:off x="0" y="0"/>
              <a:ext cx="12224405" cy="6857999"/>
              <a:chOff x="0" y="0"/>
              <a:chExt cx="12224405" cy="6857999"/>
            </a:xfrm>
          </p:grpSpPr>
          <p:pic>
            <p:nvPicPr>
              <p:cNvPr id="18" name="Picture 8">
                <a:extLst>
                  <a:ext uri="{FF2B5EF4-FFF2-40B4-BE49-F238E27FC236}">
                    <a16:creationId xmlns:a16="http://schemas.microsoft.com/office/drawing/2014/main" id="{31536C82-BDA7-4B8A-8A09-9C6927EE255F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266"/>
              <a:stretch/>
            </p:blipFill>
            <p:spPr>
              <a:xfrm>
                <a:off x="0" y="0"/>
                <a:ext cx="12224405" cy="6857999"/>
              </a:xfrm>
              <a:prstGeom prst="rect">
                <a:avLst/>
              </a:prstGeom>
            </p:spPr>
          </p:pic>
          <p:pic>
            <p:nvPicPr>
              <p:cNvPr id="19" name="Image 18">
                <a:extLst>
                  <a:ext uri="{FF2B5EF4-FFF2-40B4-BE49-F238E27FC236}">
                    <a16:creationId xmlns:a16="http://schemas.microsoft.com/office/drawing/2014/main" id="{7395812E-FE97-49CE-A82C-DE6064FFAAB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9624636" y="5848746"/>
                <a:ext cx="2386409" cy="886854"/>
              </a:xfrm>
              <a:prstGeom prst="rect">
                <a:avLst/>
              </a:prstGeom>
            </p:spPr>
          </p:pic>
        </p:grp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BF0727EE-B28E-4492-8511-8772B08DDF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169801" y="6141982"/>
              <a:ext cx="1667269" cy="59361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11329200" cy="449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D32C4-A236-4C1F-9366-12620F9C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A133E-B9C0-4FC3-BE79-ECDCC1F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AEC23-1AC4-4464-8BE1-F792C924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6F198C3-5DF7-4BC4-B30B-BF76C9315883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540378C-701B-4DC1-A3CE-975047D870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8428356-DC8B-447C-BE6E-45D8A3722491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DC9DFDC-90E9-4F6E-9257-15C8E9329F6F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F26695-79A9-E31E-ACF8-05F5E7CF645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70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 userDrawn="1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5248800" cy="449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11200" y="1713600"/>
            <a:ext cx="5248800" cy="449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EDE425-9F1D-4011-B8D1-93602816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D7E31B-8FA5-4D3A-BB52-85E4D22B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1335CB-A823-4D49-A875-90100CC7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F40061-72D6-41BC-8F1C-96650802E2CD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8195FAD-9BA3-4605-A258-FED871F288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8F7308-5710-447D-86BF-72030C6A39B4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3BFFF46-0B38-4352-AA3A-7752C4F9461C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2E57D-7B84-7731-5757-78AC85F19E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8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0B7BA5B0-B743-425C-A888-5FB7EA0B4B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0" y="2724182"/>
            <a:ext cx="8316000" cy="2209400"/>
          </a:xfrm>
          <a:prstGeom prst="rect">
            <a:avLst/>
          </a:prstGeom>
        </p:spPr>
      </p:pic>
      <p:sp>
        <p:nvSpPr>
          <p:cNvPr id="23" name="Date Placeholder 16" hidden="1">
            <a:extLst>
              <a:ext uri="{FF2B5EF4-FFF2-40B4-BE49-F238E27FC236}">
                <a16:creationId xmlns:a16="http://schemas.microsoft.com/office/drawing/2014/main" id="{68FFE10D-997C-4BF2-B5FC-8C9A1927B90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24" name="Footer Placeholder 17" hidden="1">
            <a:extLst>
              <a:ext uri="{FF2B5EF4-FFF2-40B4-BE49-F238E27FC236}">
                <a16:creationId xmlns:a16="http://schemas.microsoft.com/office/drawing/2014/main" id="{30CD6F58-B71E-4C7E-93FC-94834681A4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25" name="Slide Number Placeholder 18" hidden="1">
            <a:extLst>
              <a:ext uri="{FF2B5EF4-FFF2-40B4-BE49-F238E27FC236}">
                <a16:creationId xmlns:a16="http://schemas.microsoft.com/office/drawing/2014/main" id="{CB2E05C2-71BD-4C9D-9A8A-C529D492A5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</p:spTree>
    <p:extLst>
      <p:ext uri="{BB962C8B-B14F-4D97-AF65-F5344CB8AC3E}">
        <p14:creationId xmlns:p14="http://schemas.microsoft.com/office/powerpoint/2010/main" val="406117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5D01A8C-79CB-4BBA-92DA-F9E41E7919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999" y="1004400"/>
            <a:ext cx="11541600" cy="5528464"/>
          </a:xfrm>
          <a:custGeom>
            <a:avLst/>
            <a:gdLst>
              <a:gd name="connsiteX0" fmla="*/ 3639 w 11541600"/>
              <a:gd name="connsiteY0" fmla="*/ 0 h 5528464"/>
              <a:gd name="connsiteX1" fmla="*/ 5547 w 11541600"/>
              <a:gd name="connsiteY1" fmla="*/ 0 h 5528464"/>
              <a:gd name="connsiteX2" fmla="*/ 45497 w 11541600"/>
              <a:gd name="connsiteY2" fmla="*/ 38863 h 5528464"/>
              <a:gd name="connsiteX3" fmla="*/ 936120 w 11541600"/>
              <a:gd name="connsiteY3" fmla="*/ 196021 h 5528464"/>
              <a:gd name="connsiteX4" fmla="*/ 11023852 w 11541600"/>
              <a:gd name="connsiteY4" fmla="*/ 196021 h 5528464"/>
              <a:gd name="connsiteX5" fmla="*/ 11023859 w 11541600"/>
              <a:gd name="connsiteY5" fmla="*/ 196022 h 5528464"/>
              <a:gd name="connsiteX6" fmla="*/ 11225414 w 11541600"/>
              <a:gd name="connsiteY6" fmla="*/ 196022 h 5528464"/>
              <a:gd name="connsiteX7" fmla="*/ 11517896 w 11541600"/>
              <a:gd name="connsiteY7" fmla="*/ 389905 h 5528464"/>
              <a:gd name="connsiteX8" fmla="*/ 11541600 w 11541600"/>
              <a:gd name="connsiteY8" fmla="*/ 507288 h 5528464"/>
              <a:gd name="connsiteX9" fmla="*/ 11541600 w 11541600"/>
              <a:gd name="connsiteY9" fmla="*/ 5226063 h 5528464"/>
              <a:gd name="connsiteX10" fmla="*/ 11528573 w 11541600"/>
              <a:gd name="connsiteY10" fmla="*/ 5312208 h 5528464"/>
              <a:gd name="connsiteX11" fmla="*/ 11348963 w 11541600"/>
              <a:gd name="connsiteY11" fmla="*/ 5510304 h 5528464"/>
              <a:gd name="connsiteX12" fmla="*/ 11290472 w 11541600"/>
              <a:gd name="connsiteY12" fmla="*/ 5528464 h 5528464"/>
              <a:gd name="connsiteX13" fmla="*/ 6355581 w 11541600"/>
              <a:gd name="connsiteY13" fmla="*/ 5528464 h 5528464"/>
              <a:gd name="connsiteX14" fmla="*/ 6355581 w 11541600"/>
              <a:gd name="connsiteY14" fmla="*/ 5528463 h 5528464"/>
              <a:gd name="connsiteX15" fmla="*/ 0 w 11541600"/>
              <a:gd name="connsiteY15" fmla="*/ 5528463 h 5528464"/>
              <a:gd name="connsiteX16" fmla="*/ 0 w 11541600"/>
              <a:gd name="connsiteY16" fmla="*/ 5380905 h 5528464"/>
              <a:gd name="connsiteX17" fmla="*/ 0 w 11541600"/>
              <a:gd name="connsiteY17" fmla="*/ 1176092 h 5528464"/>
              <a:gd name="connsiteX18" fmla="*/ 0 w 11541600"/>
              <a:gd name="connsiteY18" fmla="*/ 93641 h 5528464"/>
              <a:gd name="connsiteX19" fmla="*/ 3639 w 11541600"/>
              <a:gd name="connsiteY19" fmla="*/ 97181 h 5528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541600" h="5528464">
                <a:moveTo>
                  <a:pt x="3639" y="0"/>
                </a:moveTo>
                <a:lnTo>
                  <a:pt x="5547" y="0"/>
                </a:lnTo>
                <a:lnTo>
                  <a:pt x="45497" y="38863"/>
                </a:lnTo>
                <a:cubicBezTo>
                  <a:pt x="175596" y="130432"/>
                  <a:pt x="525190" y="196021"/>
                  <a:pt x="936120" y="196021"/>
                </a:cubicBezTo>
                <a:lnTo>
                  <a:pt x="11023852" y="196021"/>
                </a:lnTo>
                <a:lnTo>
                  <a:pt x="11023859" y="196022"/>
                </a:lnTo>
                <a:lnTo>
                  <a:pt x="11225414" y="196022"/>
                </a:lnTo>
                <a:cubicBezTo>
                  <a:pt x="11356880" y="196022"/>
                  <a:pt x="11469702" y="275978"/>
                  <a:pt x="11517896" y="389905"/>
                </a:cubicBezTo>
                <a:lnTo>
                  <a:pt x="11541600" y="507288"/>
                </a:lnTo>
                <a:lnTo>
                  <a:pt x="11541600" y="5226063"/>
                </a:lnTo>
                <a:lnTo>
                  <a:pt x="11528573" y="5312208"/>
                </a:lnTo>
                <a:cubicBezTo>
                  <a:pt x="11500745" y="5401660"/>
                  <a:pt x="11434408" y="5474159"/>
                  <a:pt x="11348963" y="5510304"/>
                </a:cubicBezTo>
                <a:lnTo>
                  <a:pt x="11290472" y="5528464"/>
                </a:lnTo>
                <a:lnTo>
                  <a:pt x="6355581" y="5528464"/>
                </a:lnTo>
                <a:lnTo>
                  <a:pt x="6355581" y="5528463"/>
                </a:lnTo>
                <a:lnTo>
                  <a:pt x="0" y="5528463"/>
                </a:lnTo>
                <a:lnTo>
                  <a:pt x="0" y="5380905"/>
                </a:lnTo>
                <a:lnTo>
                  <a:pt x="0" y="1176092"/>
                </a:lnTo>
                <a:lnTo>
                  <a:pt x="0" y="93641"/>
                </a:lnTo>
                <a:lnTo>
                  <a:pt x="3639" y="971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0" bIns="64800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4" name="Logo Internal">
            <a:extLst>
              <a:ext uri="{FF2B5EF4-FFF2-40B4-BE49-F238E27FC236}">
                <a16:creationId xmlns:a16="http://schemas.microsoft.com/office/drawing/2014/main" id="{C1117682-9AFE-4406-B04E-C21582117F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97" y="324000"/>
            <a:ext cx="3001855" cy="537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0000" y="2731533"/>
            <a:ext cx="6688800" cy="644400"/>
          </a:xfrm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AC94AE2-72B5-46A2-9147-CF5759C77D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4000" y="4573865"/>
            <a:ext cx="33012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AEDA8E-14AA-492A-8FCB-AAC5E36A639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4E767D-83C3-4742-ACDC-F1302711F5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04230D5-82F3-4C8D-820A-38DD7770A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</p:spTree>
    <p:extLst>
      <p:ext uri="{BB962C8B-B14F-4D97-AF65-F5344CB8AC3E}">
        <p14:creationId xmlns:p14="http://schemas.microsoft.com/office/powerpoint/2010/main" val="278900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4" userDrawn="1">
          <p15:clr>
            <a:srgbClr val="000000"/>
          </p15:clr>
        </p15:guide>
        <p15:guide id="2" pos="7474" userDrawn="1">
          <p15:clr>
            <a:srgbClr val="000000"/>
          </p15:clr>
        </p15:guide>
        <p15:guide id="3" orient="horz" pos="4115" userDrawn="1">
          <p15:clr>
            <a:srgbClr val="00000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Title Sl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F96E2C-6FA7-4831-B34E-08DEA8027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12192000" cy="6858000"/>
          </a:xfrm>
          <a:solidFill>
            <a:srgbClr val="1C9CC8"/>
          </a:solid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8773FA8-B470-4452-BFE9-1D9BCA5322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0000" y="2731533"/>
            <a:ext cx="6688800" cy="644400"/>
          </a:xfrm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CE9005-9841-4428-B810-E333EE2B40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50000" y="3492000"/>
            <a:ext cx="33012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5" name="Date Placeholder 16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22FA968-6291-4755-B5CE-813964D4BF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324000"/>
            <a:ext cx="3002400" cy="5364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4481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76D535-3894-4C89-ACB9-1A6F046D1C3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tIns="7200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0D337FA-DA46-47B5-8029-9B295D76F8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04000" y="3773254"/>
            <a:ext cx="6688800" cy="644400"/>
          </a:xfrm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CE9005-9841-4428-B810-E333EE2B40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4000" y="4573865"/>
            <a:ext cx="33012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5" name="Date Placeholder 16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792FA1B-F227-404B-84A0-1E53E2640B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324000"/>
            <a:ext cx="3002400" cy="5364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0820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Internal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0B4601-5040-4162-82AB-813E4CA75056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E573B3-B951-4E8F-8C27-D3CE939ED16F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2636ABF-72AC-46D3-B6D9-B7A090DA01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05E823-F392-469B-8657-FB41261FAB64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2958A-657A-40D4-B1F5-D7C648F52DD2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20" name="Logo Internal">
            <a:extLst>
              <a:ext uri="{FF2B5EF4-FFF2-40B4-BE49-F238E27FC236}">
                <a16:creationId xmlns:a16="http://schemas.microsoft.com/office/drawing/2014/main" id="{841E1447-962E-485C-990A-3847207ADC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D32C4-A236-4C1F-9366-12620F9C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A133E-B9C0-4FC3-BE79-ECDCC1F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AEC23-1AC4-4464-8BE1-F792C924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51C5ED-06C1-C84C-6DA7-37E6B10F6E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52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5248800" cy="4712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11200" y="1713600"/>
            <a:ext cx="5248800" cy="4712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51926E-E650-4E8D-8F6F-AE025244068C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2E7289D-E8CB-4CB5-99ED-3169D78AB2F7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634E7FD-68F2-4618-B265-7E7F6A4717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B35039-53A4-4DB0-A637-860DA80E0AA4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F2F6A5F-D8F7-49AC-9A96-3FF0F7FB1013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14" name="Logo Internal">
            <a:extLst>
              <a:ext uri="{FF2B5EF4-FFF2-40B4-BE49-F238E27FC236}">
                <a16:creationId xmlns:a16="http://schemas.microsoft.com/office/drawing/2014/main" id="{ECB216AD-2AA1-4CCF-8097-C5FF08340E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EDE425-9F1D-4011-B8D1-93602816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D7E31B-8FA5-4D3A-BB52-85E4D22B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1335CB-A823-4D49-A875-90100CC7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9F22D1-D866-43D6-C7E6-BB5B2F8FA12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0715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Internal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C57CF9-B089-44AD-98E2-F164E241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4015AB-CEFF-4C6C-8BA6-F05EF66E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B3F117-3916-481D-B476-CB9FEE79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F4117-3C65-4F3D-BFBA-F8612C56F2A5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pic>
        <p:nvPicPr>
          <p:cNvPr id="11" name="Logo Internal">
            <a:extLst>
              <a:ext uri="{FF2B5EF4-FFF2-40B4-BE49-F238E27FC236}">
                <a16:creationId xmlns:a16="http://schemas.microsoft.com/office/drawing/2014/main" id="{71AEBD12-FBAA-4896-A612-C1916F795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D4E5AA-094D-4377-FDC2-BA33C11E46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95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Interna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87740-79FA-4EC2-8742-4C823994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3DC15-ABD7-4D1D-8967-87C97328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53E7E-416C-4DF5-9A3D-F6316173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5709BE-FAD2-4426-8D5D-32FC97E9156B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pic>
        <p:nvPicPr>
          <p:cNvPr id="10" name="Logo Internal">
            <a:extLst>
              <a:ext uri="{FF2B5EF4-FFF2-40B4-BE49-F238E27FC236}">
                <a16:creationId xmlns:a16="http://schemas.microsoft.com/office/drawing/2014/main" id="{FEFE39F1-3B25-4CD9-8F31-092D69A0B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F59769-B226-4FE8-CEAE-9420617B6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435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Text 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23CE-E90C-4D9A-98B4-C6F1572E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5A9DA-8BAE-464D-9324-4F7FC79538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582737"/>
            <a:ext cx="11758364" cy="4652961"/>
          </a:xfrm>
          <a:custGeom>
            <a:avLst/>
            <a:gdLst>
              <a:gd name="connsiteX0" fmla="*/ 6023031 w 11758364"/>
              <a:gd name="connsiteY0" fmla="*/ 0 h 4652961"/>
              <a:gd name="connsiteX1" fmla="*/ 11451222 w 11758364"/>
              <a:gd name="connsiteY1" fmla="*/ 0 h 4652961"/>
              <a:gd name="connsiteX2" fmla="*/ 11758364 w 11758364"/>
              <a:gd name="connsiteY2" fmla="*/ 307142 h 4652961"/>
              <a:gd name="connsiteX3" fmla="*/ 11758364 w 11758364"/>
              <a:gd name="connsiteY3" fmla="*/ 4345819 h 4652961"/>
              <a:gd name="connsiteX4" fmla="*/ 11451222 w 11758364"/>
              <a:gd name="connsiteY4" fmla="*/ 4652961 h 4652961"/>
              <a:gd name="connsiteX5" fmla="*/ 6340838 w 11758364"/>
              <a:gd name="connsiteY5" fmla="*/ 4650218 h 4652961"/>
              <a:gd name="connsiteX6" fmla="*/ 6340838 w 11758364"/>
              <a:gd name="connsiteY6" fmla="*/ 4652961 h 4652961"/>
              <a:gd name="connsiteX7" fmla="*/ 0 w 11758364"/>
              <a:gd name="connsiteY7" fmla="*/ 4652961 h 4652961"/>
              <a:gd name="connsiteX8" fmla="*/ 0 w 11758364"/>
              <a:gd name="connsiteY8" fmla="*/ 1 h 4652961"/>
              <a:gd name="connsiteX9" fmla="*/ 6023031 w 11758364"/>
              <a:gd name="connsiteY9" fmla="*/ 1 h 4652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58364" h="4652961">
                <a:moveTo>
                  <a:pt x="6023031" y="0"/>
                </a:moveTo>
                <a:lnTo>
                  <a:pt x="11451222" y="0"/>
                </a:lnTo>
                <a:cubicBezTo>
                  <a:pt x="11620852" y="0"/>
                  <a:pt x="11758364" y="137512"/>
                  <a:pt x="11758364" y="307142"/>
                </a:cubicBezTo>
                <a:lnTo>
                  <a:pt x="11758364" y="4345819"/>
                </a:lnTo>
                <a:cubicBezTo>
                  <a:pt x="11758364" y="4515449"/>
                  <a:pt x="11620852" y="4652961"/>
                  <a:pt x="11451222" y="4652961"/>
                </a:cubicBezTo>
                <a:lnTo>
                  <a:pt x="6340838" y="4650218"/>
                </a:lnTo>
                <a:lnTo>
                  <a:pt x="6340838" y="4652961"/>
                </a:lnTo>
                <a:lnTo>
                  <a:pt x="0" y="4652961"/>
                </a:lnTo>
                <a:lnTo>
                  <a:pt x="0" y="1"/>
                </a:lnTo>
                <a:lnTo>
                  <a:pt x="6023031" y="1"/>
                </a:lnTo>
                <a:close/>
              </a:path>
            </a:pathLst>
          </a:custGeom>
          <a:solidFill>
            <a:srgbClr val="9CDBD9">
              <a:alpha val="20000"/>
            </a:srgbClr>
          </a:solidFill>
        </p:spPr>
        <p:txBody>
          <a:bodyPr wrap="square" lIns="432000" tIns="129600">
            <a:noAutofit/>
          </a:bodyPr>
          <a:lstStyle/>
          <a:p>
            <a:pPr lvl="0"/>
            <a:r>
              <a:rPr lang="en-US"/>
              <a:t>Click to add text</a:t>
            </a:r>
            <a:r>
              <a:rPr lang="en-GB"/>
              <a:t>, change Fill </a:t>
            </a:r>
            <a:r>
              <a:rPr lang="en-GB" err="1"/>
              <a:t>color</a:t>
            </a:r>
            <a:r>
              <a:rPr lang="en-GB"/>
              <a:t> from Custom </a:t>
            </a:r>
            <a:r>
              <a:rPr lang="en-GB" err="1"/>
              <a:t>Colors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7ED77-2031-447D-8BAD-ED7514E3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41E20-2E12-4467-8637-DBFAC1A3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350F8-B60B-428C-B4F9-2FDCEC54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Logo Internal">
            <a:extLst>
              <a:ext uri="{FF2B5EF4-FFF2-40B4-BE49-F238E27FC236}">
                <a16:creationId xmlns:a16="http://schemas.microsoft.com/office/drawing/2014/main" id="{03881888-4AB3-4943-8A87-F30ADE0E51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9F6EA9-7808-1F61-5F2F-FFC7A65A79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19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00000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Four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3247-21F2-4F5E-9E0D-EDEF438C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5" y="432000"/>
            <a:ext cx="11327999" cy="8679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B64504-0101-4E1E-99BE-5A4324B229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0365" y="1407649"/>
            <a:ext cx="2736000" cy="305264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4555FD-642A-4ADC-8195-84B94171FD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2000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ECEC61-AB7D-419F-B622-3653B4BE77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000" y="4103589"/>
            <a:ext cx="2718690" cy="211114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CAD3D11-9624-4E5C-B85E-FFFFC06F5F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94993" y="1407649"/>
            <a:ext cx="2736000" cy="305264"/>
          </a:xfrm>
        </p:spPr>
        <p:txBody>
          <a:bodyPr/>
          <a:lstStyle>
            <a:lvl1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72830913-9578-4B62-9EE0-22BC57D000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94993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7827823-C348-4AD1-90A0-DD4E69293BE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57986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F0C82393-564E-4B46-95A3-8EE7718EBD1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20980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5538-FF2E-432E-BA16-21C718995C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4992" y="4103589"/>
            <a:ext cx="2735999" cy="210988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B0FF1C5-89FC-4D89-BC35-0CF5A4B1C8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57986" y="1408113"/>
            <a:ext cx="2736000" cy="3048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19E84D6-80BB-4E79-B00A-9D31E6E1FB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57986" y="4103589"/>
            <a:ext cx="2735998" cy="210988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B6C9797-490C-4FA5-8F33-71BA1DBF2B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20980" y="1408113"/>
            <a:ext cx="2736000" cy="306000"/>
          </a:xfrm>
        </p:spPr>
        <p:txBody>
          <a:bodyPr/>
          <a:lstStyle>
            <a:lvl1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B3B104F-B983-42F4-A2D8-675858CA502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20979" y="4103588"/>
            <a:ext cx="2735998" cy="2109885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32299C-4563-4184-98FD-35ADEC86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5B4CB-5965-419B-8B18-C6198D37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E4379-196D-469E-A5F1-64831757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8" name="Logo Internal">
            <a:extLst>
              <a:ext uri="{FF2B5EF4-FFF2-40B4-BE49-F238E27FC236}">
                <a16:creationId xmlns:a16="http://schemas.microsoft.com/office/drawing/2014/main" id="{51111680-4E82-4F0F-803C-D93C5C56C8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DA3163-BD83-D212-4693-E23E635CE3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66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F26B43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In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5036-2379-49FD-A17A-8B08C7D1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176B3C-88D0-48FA-8627-975C93A903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82738"/>
            <a:ext cx="5943600" cy="4652962"/>
          </a:xfrm>
        </p:spPr>
        <p:txBody>
          <a:bodyPr tIns="720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6D20FEE-ED21-4EDB-AC0A-113116021E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23031" y="1582736"/>
            <a:ext cx="5735333" cy="4634150"/>
          </a:xfrm>
          <a:custGeom>
            <a:avLst/>
            <a:gdLst>
              <a:gd name="connsiteX0" fmla="*/ 0 w 5735333"/>
              <a:gd name="connsiteY0" fmla="*/ 0 h 4634150"/>
              <a:gd name="connsiteX1" fmla="*/ 5428191 w 5735333"/>
              <a:gd name="connsiteY1" fmla="*/ 0 h 4634150"/>
              <a:gd name="connsiteX2" fmla="*/ 5735333 w 5735333"/>
              <a:gd name="connsiteY2" fmla="*/ 307142 h 4634150"/>
              <a:gd name="connsiteX3" fmla="*/ 5735333 w 5735333"/>
              <a:gd name="connsiteY3" fmla="*/ 3851111 h 4634150"/>
              <a:gd name="connsiteX4" fmla="*/ 5735332 w 5735333"/>
              <a:gd name="connsiteY4" fmla="*/ 3851111 h 4634150"/>
              <a:gd name="connsiteX5" fmla="*/ 5735332 w 5735333"/>
              <a:gd name="connsiteY5" fmla="*/ 4327008 h 4634150"/>
              <a:gd name="connsiteX6" fmla="*/ 5428190 w 5735333"/>
              <a:gd name="connsiteY6" fmla="*/ 4634150 h 4634150"/>
              <a:gd name="connsiteX7" fmla="*/ 2911 w 5735333"/>
              <a:gd name="connsiteY7" fmla="*/ 4631238 h 4634150"/>
              <a:gd name="connsiteX8" fmla="*/ 2423 w 5735333"/>
              <a:gd name="connsiteY8" fmla="*/ 3851111 h 4634150"/>
              <a:gd name="connsiteX9" fmla="*/ 2412 w 5735333"/>
              <a:gd name="connsiteY9" fmla="*/ 3851111 h 463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35333" h="4634150">
                <a:moveTo>
                  <a:pt x="0" y="0"/>
                </a:moveTo>
                <a:lnTo>
                  <a:pt x="5428191" y="0"/>
                </a:lnTo>
                <a:cubicBezTo>
                  <a:pt x="5597821" y="0"/>
                  <a:pt x="5735333" y="137512"/>
                  <a:pt x="5735333" y="307142"/>
                </a:cubicBezTo>
                <a:lnTo>
                  <a:pt x="5735333" y="3851111"/>
                </a:lnTo>
                <a:lnTo>
                  <a:pt x="5735332" y="3851111"/>
                </a:lnTo>
                <a:lnTo>
                  <a:pt x="5735332" y="4327008"/>
                </a:lnTo>
                <a:cubicBezTo>
                  <a:pt x="5735332" y="4496638"/>
                  <a:pt x="5597820" y="4634150"/>
                  <a:pt x="5428190" y="4634150"/>
                </a:cubicBezTo>
                <a:lnTo>
                  <a:pt x="2911" y="4631238"/>
                </a:lnTo>
                <a:lnTo>
                  <a:pt x="2423" y="3851111"/>
                </a:lnTo>
                <a:lnTo>
                  <a:pt x="2412" y="38511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252000" tIns="288000" rIns="252000" bIns="216000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200">
                <a:solidFill>
                  <a:schemeClr val="bg1"/>
                </a:solidFill>
                <a:latin typeface="Nestle_ScriptEUR" panose="00000500000000000000" pitchFamily="2" charset="0"/>
                <a:cs typeface="Nestle_ScriptEUR" panose="00000500000000000000" pitchFamily="2" charset="0"/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600">
                <a:solidFill>
                  <a:schemeClr val="bg1"/>
                </a:solidFill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179388" indent="-179388"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</a:t>
            </a:r>
            <a:r>
              <a:rPr lang="en-US" err="1"/>
              <a:t>Nestlé_Script</a:t>
            </a:r>
            <a:r>
              <a:rPr lang="en-US"/>
              <a:t> EUR text. Click Enter for new line, click TAB to add text in </a:t>
            </a:r>
            <a:r>
              <a:rPr lang="en-US" err="1"/>
              <a:t>Nestlé_Brush</a:t>
            </a:r>
            <a:r>
              <a:rPr lang="en-US"/>
              <a:t>. Change Fill color if needed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Logo Internal">
            <a:extLst>
              <a:ext uri="{FF2B5EF4-FFF2-40B4-BE49-F238E27FC236}">
                <a16:creationId xmlns:a16="http://schemas.microsoft.com/office/drawing/2014/main" id="{70427EA6-E969-4280-9A2A-18ECD4039F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A1E77-B9F5-4488-8872-BBCD3E95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C7787-1671-4A57-864C-1E045F71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71BEB-132E-4D91-86F9-DE619EA6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8CEDE-9453-7070-08F9-FF3B3112BA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84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9AE3B2-90B4-4684-9F41-CA77C008587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999" y="1004400"/>
            <a:ext cx="11541600" cy="5528464"/>
          </a:xfrm>
          <a:custGeom>
            <a:avLst/>
            <a:gdLst>
              <a:gd name="connsiteX0" fmla="*/ 3639 w 11541600"/>
              <a:gd name="connsiteY0" fmla="*/ 0 h 5528464"/>
              <a:gd name="connsiteX1" fmla="*/ 5547 w 11541600"/>
              <a:gd name="connsiteY1" fmla="*/ 0 h 5528464"/>
              <a:gd name="connsiteX2" fmla="*/ 45497 w 11541600"/>
              <a:gd name="connsiteY2" fmla="*/ 38863 h 5528464"/>
              <a:gd name="connsiteX3" fmla="*/ 936120 w 11541600"/>
              <a:gd name="connsiteY3" fmla="*/ 196021 h 5528464"/>
              <a:gd name="connsiteX4" fmla="*/ 11023852 w 11541600"/>
              <a:gd name="connsiteY4" fmla="*/ 196021 h 5528464"/>
              <a:gd name="connsiteX5" fmla="*/ 11023859 w 11541600"/>
              <a:gd name="connsiteY5" fmla="*/ 196022 h 5528464"/>
              <a:gd name="connsiteX6" fmla="*/ 11225414 w 11541600"/>
              <a:gd name="connsiteY6" fmla="*/ 196022 h 5528464"/>
              <a:gd name="connsiteX7" fmla="*/ 11517896 w 11541600"/>
              <a:gd name="connsiteY7" fmla="*/ 389905 h 5528464"/>
              <a:gd name="connsiteX8" fmla="*/ 11541600 w 11541600"/>
              <a:gd name="connsiteY8" fmla="*/ 507288 h 5528464"/>
              <a:gd name="connsiteX9" fmla="*/ 11541600 w 11541600"/>
              <a:gd name="connsiteY9" fmla="*/ 5226063 h 5528464"/>
              <a:gd name="connsiteX10" fmla="*/ 11528573 w 11541600"/>
              <a:gd name="connsiteY10" fmla="*/ 5312208 h 5528464"/>
              <a:gd name="connsiteX11" fmla="*/ 11348963 w 11541600"/>
              <a:gd name="connsiteY11" fmla="*/ 5510304 h 5528464"/>
              <a:gd name="connsiteX12" fmla="*/ 11290472 w 11541600"/>
              <a:gd name="connsiteY12" fmla="*/ 5528464 h 5528464"/>
              <a:gd name="connsiteX13" fmla="*/ 6355581 w 11541600"/>
              <a:gd name="connsiteY13" fmla="*/ 5528464 h 5528464"/>
              <a:gd name="connsiteX14" fmla="*/ 6355581 w 11541600"/>
              <a:gd name="connsiteY14" fmla="*/ 5528463 h 5528464"/>
              <a:gd name="connsiteX15" fmla="*/ 0 w 11541600"/>
              <a:gd name="connsiteY15" fmla="*/ 5528463 h 5528464"/>
              <a:gd name="connsiteX16" fmla="*/ 0 w 11541600"/>
              <a:gd name="connsiteY16" fmla="*/ 5380905 h 5528464"/>
              <a:gd name="connsiteX17" fmla="*/ 0 w 11541600"/>
              <a:gd name="connsiteY17" fmla="*/ 1176092 h 5528464"/>
              <a:gd name="connsiteX18" fmla="*/ 0 w 11541600"/>
              <a:gd name="connsiteY18" fmla="*/ 93641 h 5528464"/>
              <a:gd name="connsiteX19" fmla="*/ 3639 w 11541600"/>
              <a:gd name="connsiteY19" fmla="*/ 97181 h 5528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541600" h="5528464">
                <a:moveTo>
                  <a:pt x="3639" y="0"/>
                </a:moveTo>
                <a:lnTo>
                  <a:pt x="5547" y="0"/>
                </a:lnTo>
                <a:lnTo>
                  <a:pt x="45497" y="38863"/>
                </a:lnTo>
                <a:cubicBezTo>
                  <a:pt x="175596" y="130432"/>
                  <a:pt x="525190" y="196021"/>
                  <a:pt x="936120" y="196021"/>
                </a:cubicBezTo>
                <a:lnTo>
                  <a:pt x="11023852" y="196021"/>
                </a:lnTo>
                <a:lnTo>
                  <a:pt x="11023859" y="196022"/>
                </a:lnTo>
                <a:lnTo>
                  <a:pt x="11225414" y="196022"/>
                </a:lnTo>
                <a:cubicBezTo>
                  <a:pt x="11356880" y="196022"/>
                  <a:pt x="11469702" y="275978"/>
                  <a:pt x="11517896" y="389905"/>
                </a:cubicBezTo>
                <a:lnTo>
                  <a:pt x="11541600" y="507288"/>
                </a:lnTo>
                <a:lnTo>
                  <a:pt x="11541600" y="5226063"/>
                </a:lnTo>
                <a:lnTo>
                  <a:pt x="11528573" y="5312208"/>
                </a:lnTo>
                <a:cubicBezTo>
                  <a:pt x="11500745" y="5401660"/>
                  <a:pt x="11434408" y="5474159"/>
                  <a:pt x="11348963" y="5510304"/>
                </a:cubicBezTo>
                <a:lnTo>
                  <a:pt x="11290472" y="5528464"/>
                </a:lnTo>
                <a:lnTo>
                  <a:pt x="6355581" y="5528464"/>
                </a:lnTo>
                <a:lnTo>
                  <a:pt x="6355581" y="5528463"/>
                </a:lnTo>
                <a:lnTo>
                  <a:pt x="0" y="5528463"/>
                </a:lnTo>
                <a:lnTo>
                  <a:pt x="0" y="5380905"/>
                </a:lnTo>
                <a:lnTo>
                  <a:pt x="0" y="1176092"/>
                </a:lnTo>
                <a:lnTo>
                  <a:pt x="0" y="93641"/>
                </a:lnTo>
                <a:lnTo>
                  <a:pt x="3639" y="971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0" bIns="64800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13" name="Logo Internal">
            <a:extLst>
              <a:ext uri="{FF2B5EF4-FFF2-40B4-BE49-F238E27FC236}">
                <a16:creationId xmlns:a16="http://schemas.microsoft.com/office/drawing/2014/main" id="{3A0B1BD2-B1C4-4400-BEE6-89DD72B28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97" y="324000"/>
            <a:ext cx="3001855" cy="537935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AEDA8E-14AA-492A-8FCB-AAC5E36A639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4E767D-83C3-4742-ACDC-F1302711F5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04230D5-82F3-4C8D-820A-38DD7770A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B78E66-DCA3-4CBE-8B18-1A759A2DE3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600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BB2DD67-1926-430D-8A61-542C6B7BF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600" y="3357001"/>
            <a:ext cx="37800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</p:spTree>
    <p:extLst>
      <p:ext uri="{BB962C8B-B14F-4D97-AF65-F5344CB8AC3E}">
        <p14:creationId xmlns:p14="http://schemas.microsoft.com/office/powerpoint/2010/main" val="447224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4" userDrawn="1">
          <p15:clr>
            <a:srgbClr val="000000"/>
          </p15:clr>
        </p15:guide>
        <p15:guide id="2" pos="7474" userDrawn="1">
          <p15:clr>
            <a:srgbClr val="000000"/>
          </p15:clr>
        </p15:guide>
        <p15:guide id="3" orient="horz" pos="4115" userDrawn="1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Report Title Sl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F96E2C-6FA7-4831-B34E-08DEA8027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12192000" cy="6858000"/>
          </a:xfrm>
          <a:solidFill>
            <a:srgbClr val="1C9CC8"/>
          </a:solid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5" name="Date Placeholder 16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5B9B92D0-F08F-48AA-B121-BC39D3478B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324000"/>
            <a:ext cx="3002400" cy="5364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324C523-B2A9-4D8B-BBFA-C5E124FB84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600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CA5CEFD-EA5D-4CDD-AB63-09F47F75ED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600" y="3357001"/>
            <a:ext cx="37800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</p:spTree>
    <p:extLst>
      <p:ext uri="{BB962C8B-B14F-4D97-AF65-F5344CB8AC3E}">
        <p14:creationId xmlns:p14="http://schemas.microsoft.com/office/powerpoint/2010/main" val="24349488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Internal Repor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451326-45B9-4F69-AC74-82FD8E53E617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DC5D18D-D741-409B-9E93-118BE18F1EDD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0AE1861-EA77-422C-BE87-22EF11CA30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DF8E9D0-DDDC-4A4C-8744-11DE022D85A1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1A28FAF-83F9-4A03-BE1C-E1D9D5395F17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13" name="Logo Internal">
            <a:extLst>
              <a:ext uri="{FF2B5EF4-FFF2-40B4-BE49-F238E27FC236}">
                <a16:creationId xmlns:a16="http://schemas.microsoft.com/office/drawing/2014/main" id="{A55E60C0-D2F7-4C9F-A5BD-53D100F8C8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D32C4-A236-4C1F-9366-12620F9C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A133E-B9C0-4FC3-BE79-ECDCC1F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AEC23-1AC4-4464-8BE1-F792C924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65EE0-106E-B044-3110-521247A1FA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934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Repor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5248800" cy="4712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11200" y="1713600"/>
            <a:ext cx="5248800" cy="4712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E38EBF-AAE7-4F57-9D2E-91C36EFB4E5C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AA3CF9-D5C9-4C02-932C-E273BE2D47B7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F4D2F94-F126-4766-BA44-A87333E7DE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1BAB4E3-5C03-453E-8C37-F1968AC7946C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28A0E1-B725-4675-B8A4-69338125F590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14" name="Logo Internal">
            <a:extLst>
              <a:ext uri="{FF2B5EF4-FFF2-40B4-BE49-F238E27FC236}">
                <a16:creationId xmlns:a16="http://schemas.microsoft.com/office/drawing/2014/main" id="{0FA66028-B5B0-499B-96E8-BE1C74C80B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EDE425-9F1D-4011-B8D1-93602816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D7E31B-8FA5-4D3A-BB52-85E4D22B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1335CB-A823-4D49-A875-90100CC7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22E14-CC2F-9237-4D52-803317D5FFB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022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Internal End">
    <p:bg>
      <p:bgPr>
        <a:solidFill>
          <a:srgbClr val="1C9C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16">
            <a:extLst>
              <a:ext uri="{FF2B5EF4-FFF2-40B4-BE49-F238E27FC236}">
                <a16:creationId xmlns:a16="http://schemas.microsoft.com/office/drawing/2014/main" id="{68FFE10D-997C-4BF2-B5FC-8C9A1927B90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24" name="Footer Placeholder 17">
            <a:extLst>
              <a:ext uri="{FF2B5EF4-FFF2-40B4-BE49-F238E27FC236}">
                <a16:creationId xmlns:a16="http://schemas.microsoft.com/office/drawing/2014/main" id="{30CD6F58-B71E-4C7E-93FC-94834681A4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25" name="Slide Number Placeholder 18">
            <a:extLst>
              <a:ext uri="{FF2B5EF4-FFF2-40B4-BE49-F238E27FC236}">
                <a16:creationId xmlns:a16="http://schemas.microsoft.com/office/drawing/2014/main" id="{CB2E05C2-71BD-4C9D-9A8A-C529D492A5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26" name="Logo Internal">
            <a:extLst>
              <a:ext uri="{FF2B5EF4-FFF2-40B4-BE49-F238E27FC236}">
                <a16:creationId xmlns:a16="http://schemas.microsoft.com/office/drawing/2014/main" id="{DF446D41-9B53-4A19-A09F-9CA33AE46B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0" y="2719142"/>
            <a:ext cx="8314502" cy="1491117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1717022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ast overskrift"/>
          <p:cNvSpPr txBox="1"/>
          <p:nvPr userDrawn="1"/>
        </p:nvSpPr>
        <p:spPr>
          <a:xfrm>
            <a:off x="448891" y="448713"/>
            <a:ext cx="11109321" cy="650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GB" sz="32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 &amp; TRICKS - YOUR USER GUIDE</a:t>
            </a:r>
          </a:p>
        </p:txBody>
      </p:sp>
      <p:sp>
        <p:nvSpPr>
          <p:cNvPr id="29" name="Text Box 2"/>
          <p:cNvSpPr txBox="1">
            <a:spLocks noChangeArrowheads="1"/>
          </p:cNvSpPr>
          <p:nvPr userDrawn="1"/>
        </p:nvSpPr>
        <p:spPr bwMode="auto">
          <a:xfrm>
            <a:off x="448891" y="1806575"/>
            <a:ext cx="2280360" cy="387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TEXT STYLES</a:t>
            </a:r>
            <a:endParaRPr lang="en-GB" altLang="da-DK" sz="16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jump through </a:t>
            </a:r>
            <a:b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br>
              <a:rPr lang="en-GB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900" b="1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level can be used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layout</a:t>
            </a:r>
            <a:endParaRPr lang="en-GB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Click on the arrow next to </a:t>
            </a:r>
            <a:r>
              <a:rPr lang="en-GB" sz="900" b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Layout</a:t>
            </a:r>
            <a:br>
              <a:rPr lang="en-GB" sz="900" b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GB" sz="9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to view a dropdown menu of possible slide layouts</a:t>
            </a:r>
            <a:endParaRPr lang="en-GB" sz="90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4230581" y="1815926"/>
            <a:ext cx="21960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GB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 </a:t>
            </a:r>
            <a:r>
              <a:rPr lang="en-GB" altLang="da-DK" sz="9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 to reset position, size</a:t>
            </a:r>
            <a:r>
              <a:rPr lang="en-GB" altLang="da-DK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formatting of the </a:t>
            </a:r>
            <a:br>
              <a:rPr lang="en-GB" altLang="da-DK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placeholders to their default settings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endParaRPr lang="en-GB" sz="900" b="1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PICTURES</a:t>
            </a:r>
            <a:endParaRPr lang="en-GB" sz="1600" b="1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change size or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want to scale the picture,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-key down while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dragging the corners of the picture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delete the picture and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a new one, the picture may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lie in front of the text or graphic.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this happens, select the picture,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8008118" y="1806575"/>
            <a:ext cx="2358243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HEADER &amp; FOOTER</a:t>
            </a:r>
            <a:endParaRPr lang="en-GB" altLang="da-DK" sz="16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 and Footer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(write the desired text)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if only used on one slide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GRIDLINES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quick view of guides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8C8420-1956-4D8D-85A2-8D596BA13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1060" y="3444894"/>
            <a:ext cx="257143" cy="28571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F02021C-F6D2-4E6A-8629-C6315B3791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8770" y="2789820"/>
            <a:ext cx="457143" cy="25714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F428D6C-AC8F-46DD-96BA-C0A5E4DDB30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5191" y="5077014"/>
            <a:ext cx="475428" cy="17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930DBB6-AA18-4CCC-8A74-1A211F07B4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63387" y="3022889"/>
            <a:ext cx="341204" cy="321707"/>
          </a:xfrm>
          <a:prstGeom prst="rect">
            <a:avLst/>
          </a:prstGeom>
        </p:spPr>
      </p:pic>
      <p:pic>
        <p:nvPicPr>
          <p:cNvPr id="18" name="Picture 16">
            <a:extLst>
              <a:ext uri="{FF2B5EF4-FFF2-40B4-BE49-F238E27FC236}">
                <a16:creationId xmlns:a16="http://schemas.microsoft.com/office/drawing/2014/main" id="{CB77F55A-FFA2-402F-B40F-8F779E0D889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5192" y="4393369"/>
            <a:ext cx="328881" cy="505501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74EBBED2-6C3D-4EF3-81AF-CC99C81AD46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5801" y="2041703"/>
            <a:ext cx="538465" cy="172841"/>
          </a:xfrm>
          <a:prstGeom prst="rect">
            <a:avLst/>
          </a:prstGeom>
        </p:spPr>
      </p:pic>
      <p:pic>
        <p:nvPicPr>
          <p:cNvPr id="23" name="Picture 19">
            <a:extLst>
              <a:ext uri="{FF2B5EF4-FFF2-40B4-BE49-F238E27FC236}">
                <a16:creationId xmlns:a16="http://schemas.microsoft.com/office/drawing/2014/main" id="{1F335833-63D9-4A9D-A1D1-07499FE2305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9531" y="3829283"/>
            <a:ext cx="313788" cy="543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682CF3-76CC-B60D-1E99-160DB9C1FD2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977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</a:rPr>
              <a:t>If you see any </a:t>
            </a:r>
            <a:r>
              <a:rPr lang="en-GB" sz="4400" b="1" i="1" noProof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>
                <a:solidFill>
                  <a:schemeClr val="bg1"/>
                </a:solidFill>
              </a:rPr>
              <a:t>one</a:t>
            </a:r>
            <a:r>
              <a:rPr lang="en-GB" sz="4400" b="1" i="1" noProof="0">
                <a:solidFill>
                  <a:schemeClr val="bg1"/>
                </a:solidFill>
              </a:rPr>
              <a:t>,</a:t>
            </a:r>
            <a:br>
              <a:rPr lang="en-GB" sz="4400" b="0" i="0" noProof="0">
                <a:solidFill>
                  <a:schemeClr val="bg1"/>
                </a:solidFill>
              </a:rPr>
            </a:br>
            <a:r>
              <a:rPr lang="en-GB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1" u="none" noProof="0">
                <a:solidFill>
                  <a:schemeClr val="bg1"/>
                </a:solidFill>
              </a:rPr>
              <a:t>are not </a:t>
            </a:r>
            <a:r>
              <a:rPr lang="en-GB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0">
                <a:solidFill>
                  <a:schemeClr val="bg1"/>
                </a:solidFill>
              </a:rPr>
            </a:br>
            <a:br>
              <a:rPr lang="en-GB" sz="2800" b="0" noProof="0">
                <a:solidFill>
                  <a:schemeClr val="bg1"/>
                </a:solidFill>
              </a:rPr>
            </a:br>
            <a:endParaRPr lang="en-GB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1" noProof="0">
                <a:solidFill>
                  <a:schemeClr val="bg1"/>
                </a:solidFill>
              </a:rPr>
              <a:t>Do not use </a:t>
            </a:r>
            <a:endParaRPr lang="en-GB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0">
                <a:solidFill>
                  <a:schemeClr val="bg1"/>
                </a:solidFill>
              </a:rPr>
            </a:br>
            <a:endParaRPr lang="en-GB" sz="1800" b="0" noProof="0">
              <a:solidFill>
                <a:schemeClr val="bg1"/>
              </a:solidFill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B12B154D-76F1-409D-A798-AA5203EE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C553F6DE-A2B6-4D94-AEFB-33BD67AE7EC1}" type="datetime3">
              <a:rPr lang="en-GB" smtClean="0"/>
              <a:t>9 February, 2026</a:t>
            </a:fld>
            <a:endParaRPr lang="en-GB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D212C3A-1726-4BC5-8AF1-72D08F63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89D5CFC-5012-4F36-B4E7-CE36F67C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AAE56-0B24-438E-B20D-D06166C4C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3798E89-D187-4D57-A2A0-0F9A52A25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99355D-0A23-46F8-9140-C7436BF07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A2D46B-744B-48CE-AC43-F34E17A9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D259A4-8AF3-444B-8A4C-CB8F418E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9863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A77AE7-0252-4B90-A0A3-AF6A13CC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B2E751-4AF3-402C-817F-0A2E8A189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B92D68-E2C6-4D23-9D80-8D1B675A7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AF5212-9AE8-4364-A5EA-993535C7C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835F63-A835-4FE5-B571-84A0E9A3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4585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F5EAFC-1FAA-44B4-BEAC-9896C9EF9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586E0F-E81E-41A5-899F-86E28D009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30ED02-6767-421B-8C81-C50D46C4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7B53DE-C9A9-4064-9256-616FE0034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F3EFD9-BC37-4EE6-9D0D-24BF26E3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86328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23515C-15D8-44F1-830B-59EF3940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B6771E-451B-47FB-B265-3BDDE749B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825E53-6BEB-4D40-9374-C8E5FBD0D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4347E0-7767-40AC-B3AE-700CB63D6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A615C6-102B-4049-A21E-9A79E83A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50012A-6323-45F1-A06A-B8C720DF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16739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913F08-17B7-4A17-8C5B-F7CBA2806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6E9400-07D9-48B3-B59D-A62B67335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EEFAE3-18F6-4619-BD60-CBBF06E40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5BFD31E-75CA-4E7B-B7DF-9BACB87AC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B6EDFD1-0C8F-4772-A84C-9EFC4B437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367AEB3-92E5-4A17-9C02-DBE48C0C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A82745F-2420-41B7-89F4-774E9864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F1EF29E-C3FB-49FA-9521-B56C80C4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7369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FB1750-34CB-4BD6-B108-2B52EE35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CE5384-7038-49D5-856E-131CD7E11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94E595-F1BF-4213-8080-D5FDB5D2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352B1B-E021-452B-B36A-C3696CE4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0282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64D80C0-ACF7-4F4A-A638-16EE17A49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EC8210-21BC-4AEE-B2B5-14920619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578331-00F9-4099-B592-9D39A0CC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2825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31101-FE03-43EE-BF9C-9EE14DFA7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DFA43B-BAF4-4F42-8983-BA0091705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881C3F9-1ADF-4DA9-887A-E73F8EF8A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E0C7F4-EF38-429E-AC3B-D4D0AF1D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8A16C0-1FCB-43CD-B6F6-622474C75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46E11B-1A82-4095-9420-CB6F9BAC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2018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C039BA-2283-4A18-8456-59A525EF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2E2C3DB-94E8-4465-BDAD-6B0E1CF2E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E172D3-B5AA-4517-8750-8CA151BDC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BEDC46-306F-4BB1-844E-5A37478F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9C942B-D857-46F6-97E5-8A5F0433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858BDB-807E-4CF5-BF8D-B77364E33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1471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DF3174-1726-4E9B-B010-9D032424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7229FAE-35EC-4790-8F78-ED0CA9F89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4B5A36-5518-4C3B-836C-217A6DAE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6253C0-BACC-43D5-914F-0F487291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B373E0-CFA6-4A4B-8FCB-8D968A69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1918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9F0DBA1-104A-4C93-B5E6-C1322AA67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F70EC4-4DCF-4771-9B3D-D4298E8FB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2E85AE-0A83-497B-A695-A398F9F0A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5F30E6-87BA-4FD7-A55C-6115403D4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645496-DF0A-483E-8CB8-A3F60D58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4169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4BDF697-728F-4053-A657-9992000641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4000" y="1153016"/>
            <a:ext cx="11541600" cy="5379849"/>
          </a:xfrm>
          <a:custGeom>
            <a:avLst/>
            <a:gdLst>
              <a:gd name="connsiteX0" fmla="*/ 3638 w 11541600"/>
              <a:gd name="connsiteY0" fmla="*/ 0 h 5379849"/>
              <a:gd name="connsiteX1" fmla="*/ 6633 w 11541600"/>
              <a:gd name="connsiteY1" fmla="*/ 0 h 5379849"/>
              <a:gd name="connsiteX2" fmla="*/ 45496 w 11541600"/>
              <a:gd name="connsiteY2" fmla="*/ 37806 h 5379849"/>
              <a:gd name="connsiteX3" fmla="*/ 936119 w 11541600"/>
              <a:gd name="connsiteY3" fmla="*/ 194964 h 5379849"/>
              <a:gd name="connsiteX4" fmla="*/ 11023851 w 11541600"/>
              <a:gd name="connsiteY4" fmla="*/ 194964 h 5379849"/>
              <a:gd name="connsiteX5" fmla="*/ 11023858 w 11541600"/>
              <a:gd name="connsiteY5" fmla="*/ 194965 h 5379849"/>
              <a:gd name="connsiteX6" fmla="*/ 11225413 w 11541600"/>
              <a:gd name="connsiteY6" fmla="*/ 194965 h 5379849"/>
              <a:gd name="connsiteX7" fmla="*/ 11517895 w 11541600"/>
              <a:gd name="connsiteY7" fmla="*/ 388848 h 5379849"/>
              <a:gd name="connsiteX8" fmla="*/ 11541600 w 11541600"/>
              <a:gd name="connsiteY8" fmla="*/ 506236 h 5379849"/>
              <a:gd name="connsiteX9" fmla="*/ 11541600 w 11541600"/>
              <a:gd name="connsiteY9" fmla="*/ 5077441 h 5379849"/>
              <a:gd name="connsiteX10" fmla="*/ 11528572 w 11541600"/>
              <a:gd name="connsiteY10" fmla="*/ 5163593 h 5379849"/>
              <a:gd name="connsiteX11" fmla="*/ 11348962 w 11541600"/>
              <a:gd name="connsiteY11" fmla="*/ 5361689 h 5379849"/>
              <a:gd name="connsiteX12" fmla="*/ 11290471 w 11541600"/>
              <a:gd name="connsiteY12" fmla="*/ 5379849 h 5379849"/>
              <a:gd name="connsiteX13" fmla="*/ 6355580 w 11541600"/>
              <a:gd name="connsiteY13" fmla="*/ 5379849 h 5379849"/>
              <a:gd name="connsiteX14" fmla="*/ 6355580 w 11541600"/>
              <a:gd name="connsiteY14" fmla="*/ 5379848 h 5379849"/>
              <a:gd name="connsiteX15" fmla="*/ 0 w 11541600"/>
              <a:gd name="connsiteY15" fmla="*/ 5379848 h 5379849"/>
              <a:gd name="connsiteX16" fmla="*/ 0 w 11541600"/>
              <a:gd name="connsiteY16" fmla="*/ 92585 h 5379849"/>
              <a:gd name="connsiteX17" fmla="*/ 3638 w 11541600"/>
              <a:gd name="connsiteY17" fmla="*/ 96124 h 5379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541600" h="5379849">
                <a:moveTo>
                  <a:pt x="3638" y="0"/>
                </a:moveTo>
                <a:lnTo>
                  <a:pt x="6633" y="0"/>
                </a:lnTo>
                <a:lnTo>
                  <a:pt x="45496" y="37806"/>
                </a:lnTo>
                <a:cubicBezTo>
                  <a:pt x="175595" y="129375"/>
                  <a:pt x="525189" y="194964"/>
                  <a:pt x="936119" y="194964"/>
                </a:cubicBezTo>
                <a:lnTo>
                  <a:pt x="11023851" y="194964"/>
                </a:lnTo>
                <a:lnTo>
                  <a:pt x="11023858" y="194965"/>
                </a:lnTo>
                <a:lnTo>
                  <a:pt x="11225413" y="194965"/>
                </a:lnTo>
                <a:cubicBezTo>
                  <a:pt x="11356879" y="194965"/>
                  <a:pt x="11469701" y="274921"/>
                  <a:pt x="11517895" y="388848"/>
                </a:cubicBezTo>
                <a:lnTo>
                  <a:pt x="11541600" y="506236"/>
                </a:lnTo>
                <a:lnTo>
                  <a:pt x="11541600" y="5077441"/>
                </a:lnTo>
                <a:lnTo>
                  <a:pt x="11528572" y="5163593"/>
                </a:lnTo>
                <a:cubicBezTo>
                  <a:pt x="11500744" y="5253045"/>
                  <a:pt x="11434407" y="5325544"/>
                  <a:pt x="11348962" y="5361689"/>
                </a:cubicBezTo>
                <a:lnTo>
                  <a:pt x="11290471" y="5379849"/>
                </a:lnTo>
                <a:lnTo>
                  <a:pt x="6355580" y="5379849"/>
                </a:lnTo>
                <a:lnTo>
                  <a:pt x="6355580" y="5379848"/>
                </a:lnTo>
                <a:lnTo>
                  <a:pt x="0" y="5379848"/>
                </a:lnTo>
                <a:lnTo>
                  <a:pt x="0" y="92585"/>
                </a:lnTo>
                <a:lnTo>
                  <a:pt x="3638" y="9612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772000" tIns="0" bIns="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28399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AC94AE2-72B5-46A2-9147-CF5759C77D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8400" y="3429000"/>
            <a:ext cx="3780000" cy="324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98AEDA8E-14AA-492A-8FCB-AAC5E36A639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1F4E767D-83C3-4742-ACDC-F1302711F5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704230D5-82F3-4C8D-820A-38DD7770A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4" name="Logo Nestle">
            <a:extLst>
              <a:ext uri="{FF2B5EF4-FFF2-40B4-BE49-F238E27FC236}">
                <a16:creationId xmlns:a16="http://schemas.microsoft.com/office/drawing/2014/main" id="{0ED86401-AB41-4CB3-A5BF-E3B8ECCF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965" y="263012"/>
            <a:ext cx="2766138" cy="736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3BE6D9-856F-C94C-BAE4-ABDFCB7CE5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2522" y="-167243"/>
            <a:ext cx="2257706" cy="159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57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2C559E-3453-4A1B-B0E0-CE4BF2641F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F96E2C-6FA7-4831-B34E-08DEA8027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999" y="1582738"/>
            <a:ext cx="11540975" cy="4949825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AB18F0E-758A-42F2-AF69-019A405FF0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28399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CE9005-9841-4428-B810-E333EE2B40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8400" y="3430800"/>
            <a:ext cx="5940000" cy="324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5" name="Date Placeholder 16" hidden="1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 hidden="1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 hidden="1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10" name="Logo Nestle">
            <a:extLst>
              <a:ext uri="{FF2B5EF4-FFF2-40B4-BE49-F238E27FC236}">
                <a16:creationId xmlns:a16="http://schemas.microsoft.com/office/drawing/2014/main" id="{4C57929A-6377-4154-A6A8-00F16D99D6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965" y="263012"/>
            <a:ext cx="2766138" cy="736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AB73CC-B05F-6B68-9A0C-3E0FE137E3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540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76D535-3894-4C89-ACB9-1A6F046D1C3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tIns="7200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0D337FA-DA46-47B5-8029-9B295D76F8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0000" y="2731533"/>
            <a:ext cx="6688800" cy="644400"/>
          </a:xfrm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CE9005-9841-4428-B810-E333EE2B40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50000" y="3562200"/>
            <a:ext cx="33012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5" name="Date Placeholder 16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22FA968-6291-4755-B5CE-813964D4BF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262800"/>
            <a:ext cx="2764800" cy="73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F87CF0-90B7-FD88-6D2C-811A1617FB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610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418625C-DD0F-0148-8EDE-AAA7B187E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6"/>
          <a:stretch/>
        </p:blipFill>
        <p:spPr>
          <a:xfrm>
            <a:off x="-32405" y="1"/>
            <a:ext cx="12224405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59B0D92-C137-4E19-AA52-867879D83F14}"/>
              </a:ext>
            </a:extLst>
          </p:cNvPr>
          <p:cNvSpPr/>
          <p:nvPr userDrawn="1"/>
        </p:nvSpPr>
        <p:spPr>
          <a:xfrm>
            <a:off x="-3248173" y="2269407"/>
            <a:ext cx="2647619" cy="6878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noProof="0" err="1">
                <a:solidFill>
                  <a:schemeClr val="tx1"/>
                </a:solidFill>
                <a:latin typeface="Nestle_ScriptARA" panose="00000500000000000000" pitchFamily="2" charset="0"/>
                <a:cs typeface="Nestle_ScriptARA" panose="00000500000000000000" pitchFamily="2" charset="0"/>
              </a:rPr>
              <a:t>ScriptARA</a:t>
            </a:r>
            <a:r>
              <a:rPr lang="en-GB" sz="1000" noProof="0">
                <a:solidFill>
                  <a:schemeClr val="tx1"/>
                </a:solidFill>
                <a:latin typeface="Nestle_ScriptARA" panose="00000500000000000000" pitchFamily="2" charset="0"/>
                <a:cs typeface="Nestle_ScriptARA" panose="00000500000000000000" pitchFamily="2" charset="0"/>
              </a:rPr>
              <a:t> text for 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noProof="0" err="1">
                <a:solidFill>
                  <a:schemeClr val="tx1"/>
                </a:solidFill>
                <a:latin typeface="Nestle_ScriptCYR" panose="00000500000000000000" pitchFamily="2" charset="0"/>
                <a:cs typeface="Nestle_ScriptCYR" panose="00000500000000000000" pitchFamily="2" charset="0"/>
              </a:rPr>
              <a:t>ScriptCYR</a:t>
            </a:r>
            <a:r>
              <a:rPr lang="en-GB" sz="1000" noProof="0">
                <a:solidFill>
                  <a:schemeClr val="tx1"/>
                </a:solidFill>
                <a:latin typeface="Nestle_ScriptCYR" panose="00000500000000000000" pitchFamily="2" charset="0"/>
                <a:cs typeface="Nestle_ScriptCYR" panose="00000500000000000000" pitchFamily="2" charset="0"/>
              </a:rPr>
              <a:t> text for embedding</a:t>
            </a:r>
          </a:p>
          <a:p>
            <a:pPr algn="ctr"/>
            <a:r>
              <a:rPr lang="en-GB" sz="1000" noProof="0" err="1">
                <a:solidFill>
                  <a:schemeClr val="tx1"/>
                </a:solidFill>
                <a:latin typeface="Nestle_ScriptEUR" panose="00000500000000000000" pitchFamily="2" charset="0"/>
                <a:cs typeface="Nestle_ScriptEUR" panose="00000500000000000000" pitchFamily="2" charset="0"/>
              </a:rPr>
              <a:t>ScriptEUR</a:t>
            </a:r>
            <a:r>
              <a:rPr lang="en-GB" sz="1000" noProof="0">
                <a:solidFill>
                  <a:schemeClr val="tx1"/>
                </a:solidFill>
                <a:latin typeface="Nestle_ScriptEUR" panose="00000500000000000000" pitchFamily="2" charset="0"/>
                <a:cs typeface="Nestle_ScriptEUR" panose="00000500000000000000" pitchFamily="2" charset="0"/>
              </a:rPr>
              <a:t> text for 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noProof="0" err="1">
                <a:solidFill>
                  <a:schemeClr val="tx1"/>
                </a:solidFill>
                <a:latin typeface="Nestle_ScriptGRK" panose="00000500000000000000" pitchFamily="2" charset="0"/>
                <a:cs typeface="Nestle_ScriptGRK" panose="00000500000000000000" pitchFamily="2" charset="0"/>
              </a:rPr>
              <a:t>ScriptGRK</a:t>
            </a:r>
            <a:r>
              <a:rPr lang="en-GB" sz="1000" noProof="0">
                <a:solidFill>
                  <a:schemeClr val="tx1"/>
                </a:solidFill>
                <a:latin typeface="Nestle_ScriptGRK" panose="00000500000000000000" pitchFamily="2" charset="0"/>
                <a:cs typeface="Nestle_ScriptGRK" panose="00000500000000000000" pitchFamily="2" charset="0"/>
              </a:rPr>
              <a:t> text for 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noProof="0" err="1">
                <a:solidFill>
                  <a:schemeClr val="tx1"/>
                </a:solidFill>
                <a:latin typeface="Nestle_ScriptVIT" panose="00000500000000000000" pitchFamily="2" charset="0"/>
                <a:cs typeface="Nestle_ScriptVIT" panose="00000500000000000000" pitchFamily="2" charset="0"/>
              </a:rPr>
              <a:t>ScriptVIT</a:t>
            </a:r>
            <a:r>
              <a:rPr lang="en-GB" sz="1000" noProof="0">
                <a:solidFill>
                  <a:schemeClr val="tx1"/>
                </a:solidFill>
                <a:latin typeface="Nestle_ScriptVIT" panose="00000500000000000000" pitchFamily="2" charset="0"/>
                <a:cs typeface="Nestle_ScriptVIT" panose="00000500000000000000" pitchFamily="2" charset="0"/>
              </a:rPr>
              <a:t> text for embedding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11329200" cy="450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D32C4-A236-4C1F-9366-12620F9C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A133E-B9C0-4FC3-BE79-ECDCC1F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AEC23-1AC4-4464-8BE1-F792C924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30B67F2-E91D-495D-A253-ABC2AFE10F3A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79AF577-67E1-4DB0-B1F1-75866A7394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B8B7C3-BA02-4B97-A8F3-07D928ABEF74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EB14D73-B6C0-4050-8D9F-69D1D6EFBAB7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D575F-6C61-EAD1-62F8-C496EACB74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4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F26B43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0E2DF80-570F-454E-8EE6-B8D4AD0436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6"/>
          <a:stretch/>
        </p:blipFill>
        <p:spPr>
          <a:xfrm>
            <a:off x="-32405" y="1"/>
            <a:ext cx="12224405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5248800" cy="449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11200" y="1713600"/>
            <a:ext cx="5248800" cy="449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EDE425-9F1D-4011-B8D1-93602816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D7E31B-8FA5-4D3A-BB52-85E4D22B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1335CB-A823-4D49-A875-90100CC7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0D155B-64BE-4BA6-BBE2-AB77226A334F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AB25229-2EB9-475D-9DC5-E23CC99A9A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253EDBB-F956-4E14-B966-B51860A0953E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2F18218-30E7-4FC7-AC65-080C8FF7598E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BB0A9-A438-EB48-D6FF-C4C1C828EC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79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F26B43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0F9E587-30DA-4E4B-8278-373958E433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6"/>
          <a:stretch/>
        </p:blipFill>
        <p:spPr>
          <a:xfrm>
            <a:off x="-32405" y="1"/>
            <a:ext cx="12224405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C57CF9-B089-44AD-98E2-F164E241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4015AB-CEFF-4C6C-8BA6-F05EF66E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B3F117-3916-481D-B476-CB9FEE79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E578C7-285E-FB00-063A-3C58A57AB9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88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F26B43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903351C-80AC-B74B-9ADA-70940076CC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6"/>
          <a:stretch/>
        </p:blipFill>
        <p:spPr>
          <a:xfrm>
            <a:off x="-32405" y="1"/>
            <a:ext cx="12224405" cy="68579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87740-79FA-4EC2-8742-4C823994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3DC15-ABD7-4D1D-8967-87C97328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53E7E-416C-4DF5-9A3D-F6316173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DEAFC1-447C-6AD7-030A-6B4F72272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802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F26B43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8DE54B-32F8-6843-990F-4B1CE8E9A0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6"/>
          <a:stretch/>
        </p:blipFill>
        <p:spPr>
          <a:xfrm>
            <a:off x="-32405" y="269509"/>
            <a:ext cx="1222440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823CE-E90C-4D9A-98B4-C6F1572E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5A9DA-8BAE-464D-9324-4F7FC79538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436433"/>
            <a:ext cx="11758364" cy="4652961"/>
          </a:xfrm>
          <a:custGeom>
            <a:avLst/>
            <a:gdLst>
              <a:gd name="connsiteX0" fmla="*/ 6023031 w 11758364"/>
              <a:gd name="connsiteY0" fmla="*/ 0 h 4652961"/>
              <a:gd name="connsiteX1" fmla="*/ 11451222 w 11758364"/>
              <a:gd name="connsiteY1" fmla="*/ 0 h 4652961"/>
              <a:gd name="connsiteX2" fmla="*/ 11758364 w 11758364"/>
              <a:gd name="connsiteY2" fmla="*/ 307142 h 4652961"/>
              <a:gd name="connsiteX3" fmla="*/ 11758364 w 11758364"/>
              <a:gd name="connsiteY3" fmla="*/ 4345819 h 4652961"/>
              <a:gd name="connsiteX4" fmla="*/ 11451222 w 11758364"/>
              <a:gd name="connsiteY4" fmla="*/ 4652961 h 4652961"/>
              <a:gd name="connsiteX5" fmla="*/ 6340838 w 11758364"/>
              <a:gd name="connsiteY5" fmla="*/ 4650218 h 4652961"/>
              <a:gd name="connsiteX6" fmla="*/ 6340838 w 11758364"/>
              <a:gd name="connsiteY6" fmla="*/ 4652961 h 4652961"/>
              <a:gd name="connsiteX7" fmla="*/ 0 w 11758364"/>
              <a:gd name="connsiteY7" fmla="*/ 4652961 h 4652961"/>
              <a:gd name="connsiteX8" fmla="*/ 0 w 11758364"/>
              <a:gd name="connsiteY8" fmla="*/ 1 h 4652961"/>
              <a:gd name="connsiteX9" fmla="*/ 6023031 w 11758364"/>
              <a:gd name="connsiteY9" fmla="*/ 1 h 4652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58364" h="4652961">
                <a:moveTo>
                  <a:pt x="6023031" y="0"/>
                </a:moveTo>
                <a:lnTo>
                  <a:pt x="11451222" y="0"/>
                </a:lnTo>
                <a:cubicBezTo>
                  <a:pt x="11620852" y="0"/>
                  <a:pt x="11758364" y="137512"/>
                  <a:pt x="11758364" y="307142"/>
                </a:cubicBezTo>
                <a:lnTo>
                  <a:pt x="11758364" y="4345819"/>
                </a:lnTo>
                <a:cubicBezTo>
                  <a:pt x="11758364" y="4515449"/>
                  <a:pt x="11620852" y="4652961"/>
                  <a:pt x="11451222" y="4652961"/>
                </a:cubicBezTo>
                <a:lnTo>
                  <a:pt x="6340838" y="4650218"/>
                </a:lnTo>
                <a:lnTo>
                  <a:pt x="6340838" y="4652961"/>
                </a:lnTo>
                <a:lnTo>
                  <a:pt x="0" y="4652961"/>
                </a:lnTo>
                <a:lnTo>
                  <a:pt x="0" y="1"/>
                </a:lnTo>
                <a:lnTo>
                  <a:pt x="6023031" y="1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 wrap="square" lIns="432000" tIns="1296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text, change Fill color from Custom Colors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7ED77-2031-447D-8BAD-ED7514E3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41E20-2E12-4467-8637-DBFAC1A3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350F8-B60B-428C-B4F9-2FDCEC54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A6010D-2EC0-51EE-FC22-58A295A30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59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00000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ED46A34-4F4F-CE43-AA50-2CFBA6C14E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6"/>
          <a:stretch/>
        </p:blipFill>
        <p:spPr>
          <a:xfrm>
            <a:off x="-32405" y="1"/>
            <a:ext cx="1222440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3247-21F2-4F5E-9E0D-EDEF438C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5" y="432000"/>
            <a:ext cx="11327999" cy="8679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B64504-0101-4E1E-99BE-5A4324B229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0365" y="1407649"/>
            <a:ext cx="2736000" cy="305264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4555FD-642A-4ADC-8195-84B94171FD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2000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ECEC61-AB7D-419F-B622-3653B4BE77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000" y="4103589"/>
            <a:ext cx="2718690" cy="211114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CAD3D11-9624-4E5C-B85E-FFFFC06F5F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94993" y="1407649"/>
            <a:ext cx="2736000" cy="305264"/>
          </a:xfrm>
        </p:spPr>
        <p:txBody>
          <a:bodyPr/>
          <a:lstStyle>
            <a:lvl1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72830913-9578-4B62-9EE0-22BC57D000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94993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7827823-C348-4AD1-90A0-DD4E69293BE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57986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F0C82393-564E-4B46-95A3-8EE7718EBD1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20980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5538-FF2E-432E-BA16-21C718995C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4992" y="4103589"/>
            <a:ext cx="2735999" cy="210988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B0FF1C5-89FC-4D89-BC35-0CF5A4B1C8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57986" y="1408113"/>
            <a:ext cx="2736000" cy="3048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19E84D6-80BB-4E79-B00A-9D31E6E1FB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57986" y="4103589"/>
            <a:ext cx="2735998" cy="210988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B6C9797-490C-4FA5-8F33-71BA1DBF2B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20980" y="1408113"/>
            <a:ext cx="2736000" cy="306000"/>
          </a:xfrm>
        </p:spPr>
        <p:txBody>
          <a:bodyPr/>
          <a:lstStyle>
            <a:lvl1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B3B104F-B983-42F4-A2D8-675858CA502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20979" y="4103588"/>
            <a:ext cx="2735998" cy="2109885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32299C-4563-4184-98FD-35ADEC86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5B4CB-5965-419B-8B18-C6198D37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E4379-196D-469E-A5F1-64831757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FDE9E5-5D2D-CBCB-024E-F6B3AFBE5E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62133" y="130650"/>
            <a:ext cx="694844" cy="38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89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F26B43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343E52-D84C-DF42-997D-2D582180A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6"/>
          <a:stretch/>
        </p:blipFill>
        <p:spPr>
          <a:xfrm>
            <a:off x="-32405" y="1"/>
            <a:ext cx="1222440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F85036-2379-49FD-A17A-8B08C7D1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176B3C-88D0-48FA-8627-975C93A903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73010"/>
            <a:ext cx="5943600" cy="4652962"/>
          </a:xfrm>
        </p:spPr>
        <p:txBody>
          <a:bodyPr tIns="720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6D20FEE-ED21-4EDB-AC0A-113116021E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23031" y="1473008"/>
            <a:ext cx="5735333" cy="4634150"/>
          </a:xfrm>
          <a:custGeom>
            <a:avLst/>
            <a:gdLst>
              <a:gd name="connsiteX0" fmla="*/ 0 w 5735333"/>
              <a:gd name="connsiteY0" fmla="*/ 0 h 4634150"/>
              <a:gd name="connsiteX1" fmla="*/ 5428191 w 5735333"/>
              <a:gd name="connsiteY1" fmla="*/ 0 h 4634150"/>
              <a:gd name="connsiteX2" fmla="*/ 5735333 w 5735333"/>
              <a:gd name="connsiteY2" fmla="*/ 307142 h 4634150"/>
              <a:gd name="connsiteX3" fmla="*/ 5735333 w 5735333"/>
              <a:gd name="connsiteY3" fmla="*/ 3851111 h 4634150"/>
              <a:gd name="connsiteX4" fmla="*/ 5735332 w 5735333"/>
              <a:gd name="connsiteY4" fmla="*/ 3851111 h 4634150"/>
              <a:gd name="connsiteX5" fmla="*/ 5735332 w 5735333"/>
              <a:gd name="connsiteY5" fmla="*/ 4327008 h 4634150"/>
              <a:gd name="connsiteX6" fmla="*/ 5428190 w 5735333"/>
              <a:gd name="connsiteY6" fmla="*/ 4634150 h 4634150"/>
              <a:gd name="connsiteX7" fmla="*/ 2911 w 5735333"/>
              <a:gd name="connsiteY7" fmla="*/ 4631238 h 4634150"/>
              <a:gd name="connsiteX8" fmla="*/ 2423 w 5735333"/>
              <a:gd name="connsiteY8" fmla="*/ 3851111 h 4634150"/>
              <a:gd name="connsiteX9" fmla="*/ 2412 w 5735333"/>
              <a:gd name="connsiteY9" fmla="*/ 3851111 h 463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35333" h="4634150">
                <a:moveTo>
                  <a:pt x="0" y="0"/>
                </a:moveTo>
                <a:lnTo>
                  <a:pt x="5428191" y="0"/>
                </a:lnTo>
                <a:cubicBezTo>
                  <a:pt x="5597821" y="0"/>
                  <a:pt x="5735333" y="137512"/>
                  <a:pt x="5735333" y="307142"/>
                </a:cubicBezTo>
                <a:lnTo>
                  <a:pt x="5735333" y="3851111"/>
                </a:lnTo>
                <a:lnTo>
                  <a:pt x="5735332" y="3851111"/>
                </a:lnTo>
                <a:lnTo>
                  <a:pt x="5735332" y="4327008"/>
                </a:lnTo>
                <a:cubicBezTo>
                  <a:pt x="5735332" y="4496638"/>
                  <a:pt x="5597820" y="4634150"/>
                  <a:pt x="5428190" y="4634150"/>
                </a:cubicBezTo>
                <a:lnTo>
                  <a:pt x="2911" y="4631238"/>
                </a:lnTo>
                <a:lnTo>
                  <a:pt x="2423" y="3851111"/>
                </a:lnTo>
                <a:lnTo>
                  <a:pt x="2412" y="38511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252000" tIns="288000" rIns="252000" bIns="216000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200">
                <a:solidFill>
                  <a:schemeClr val="bg1"/>
                </a:solidFill>
                <a:latin typeface="Nestle_ScriptEUR" panose="00000500000000000000" pitchFamily="2" charset="0"/>
                <a:cs typeface="Nestle_ScriptEUR" panose="00000500000000000000" pitchFamily="2" charset="0"/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600">
                <a:solidFill>
                  <a:schemeClr val="bg1"/>
                </a:solidFill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179388" indent="-179388"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</a:t>
            </a:r>
            <a:r>
              <a:rPr lang="en-US" err="1"/>
              <a:t>Nestlé_Script</a:t>
            </a:r>
            <a:r>
              <a:rPr lang="en-US"/>
              <a:t> EUR text. Click Enter for new line, click TAB to add text in </a:t>
            </a:r>
            <a:r>
              <a:rPr lang="en-US" err="1"/>
              <a:t>Nestlé_Brush</a:t>
            </a:r>
            <a:r>
              <a:rPr lang="en-US"/>
              <a:t>. Change Fill color if needed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C7787-1671-4A57-864C-1E045F71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71BEB-132E-4D91-86F9-DE619EA6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A1E77-B9F5-4488-8872-BBCD3E95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A1660-EC65-2212-3F20-DFD1C00BB1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6882" y="98241"/>
            <a:ext cx="871482" cy="49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80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00000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ABD553F-4B64-440F-BB5C-D9D9E3C68A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4000" y="1153016"/>
            <a:ext cx="11541600" cy="5379849"/>
          </a:xfrm>
          <a:custGeom>
            <a:avLst/>
            <a:gdLst>
              <a:gd name="connsiteX0" fmla="*/ 3638 w 11541600"/>
              <a:gd name="connsiteY0" fmla="*/ 0 h 5379849"/>
              <a:gd name="connsiteX1" fmla="*/ 6633 w 11541600"/>
              <a:gd name="connsiteY1" fmla="*/ 0 h 5379849"/>
              <a:gd name="connsiteX2" fmla="*/ 45496 w 11541600"/>
              <a:gd name="connsiteY2" fmla="*/ 37806 h 5379849"/>
              <a:gd name="connsiteX3" fmla="*/ 936119 w 11541600"/>
              <a:gd name="connsiteY3" fmla="*/ 194964 h 5379849"/>
              <a:gd name="connsiteX4" fmla="*/ 11023851 w 11541600"/>
              <a:gd name="connsiteY4" fmla="*/ 194964 h 5379849"/>
              <a:gd name="connsiteX5" fmla="*/ 11023858 w 11541600"/>
              <a:gd name="connsiteY5" fmla="*/ 194965 h 5379849"/>
              <a:gd name="connsiteX6" fmla="*/ 11225413 w 11541600"/>
              <a:gd name="connsiteY6" fmla="*/ 194965 h 5379849"/>
              <a:gd name="connsiteX7" fmla="*/ 11517895 w 11541600"/>
              <a:gd name="connsiteY7" fmla="*/ 388848 h 5379849"/>
              <a:gd name="connsiteX8" fmla="*/ 11541600 w 11541600"/>
              <a:gd name="connsiteY8" fmla="*/ 506236 h 5379849"/>
              <a:gd name="connsiteX9" fmla="*/ 11541600 w 11541600"/>
              <a:gd name="connsiteY9" fmla="*/ 5077441 h 5379849"/>
              <a:gd name="connsiteX10" fmla="*/ 11528572 w 11541600"/>
              <a:gd name="connsiteY10" fmla="*/ 5163593 h 5379849"/>
              <a:gd name="connsiteX11" fmla="*/ 11348962 w 11541600"/>
              <a:gd name="connsiteY11" fmla="*/ 5361689 h 5379849"/>
              <a:gd name="connsiteX12" fmla="*/ 11290471 w 11541600"/>
              <a:gd name="connsiteY12" fmla="*/ 5379849 h 5379849"/>
              <a:gd name="connsiteX13" fmla="*/ 6355580 w 11541600"/>
              <a:gd name="connsiteY13" fmla="*/ 5379849 h 5379849"/>
              <a:gd name="connsiteX14" fmla="*/ 6355580 w 11541600"/>
              <a:gd name="connsiteY14" fmla="*/ 5379848 h 5379849"/>
              <a:gd name="connsiteX15" fmla="*/ 0 w 11541600"/>
              <a:gd name="connsiteY15" fmla="*/ 5379848 h 5379849"/>
              <a:gd name="connsiteX16" fmla="*/ 0 w 11541600"/>
              <a:gd name="connsiteY16" fmla="*/ 92585 h 5379849"/>
              <a:gd name="connsiteX17" fmla="*/ 3638 w 11541600"/>
              <a:gd name="connsiteY17" fmla="*/ 96124 h 5379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541600" h="5379849">
                <a:moveTo>
                  <a:pt x="3638" y="0"/>
                </a:moveTo>
                <a:lnTo>
                  <a:pt x="6633" y="0"/>
                </a:lnTo>
                <a:lnTo>
                  <a:pt x="45496" y="37806"/>
                </a:lnTo>
                <a:cubicBezTo>
                  <a:pt x="175595" y="129375"/>
                  <a:pt x="525189" y="194964"/>
                  <a:pt x="936119" y="194964"/>
                </a:cubicBezTo>
                <a:lnTo>
                  <a:pt x="11023851" y="194964"/>
                </a:lnTo>
                <a:lnTo>
                  <a:pt x="11023858" y="194965"/>
                </a:lnTo>
                <a:lnTo>
                  <a:pt x="11225413" y="194965"/>
                </a:lnTo>
                <a:cubicBezTo>
                  <a:pt x="11356879" y="194965"/>
                  <a:pt x="11469701" y="274921"/>
                  <a:pt x="11517895" y="388848"/>
                </a:cubicBezTo>
                <a:lnTo>
                  <a:pt x="11541600" y="506236"/>
                </a:lnTo>
                <a:lnTo>
                  <a:pt x="11541600" y="5077441"/>
                </a:lnTo>
                <a:lnTo>
                  <a:pt x="11528572" y="5163593"/>
                </a:lnTo>
                <a:cubicBezTo>
                  <a:pt x="11500744" y="5253045"/>
                  <a:pt x="11434407" y="5325544"/>
                  <a:pt x="11348962" y="5361689"/>
                </a:cubicBezTo>
                <a:lnTo>
                  <a:pt x="11290471" y="5379849"/>
                </a:lnTo>
                <a:lnTo>
                  <a:pt x="6355580" y="5379849"/>
                </a:lnTo>
                <a:lnTo>
                  <a:pt x="6355580" y="5379848"/>
                </a:lnTo>
                <a:lnTo>
                  <a:pt x="0" y="5379848"/>
                </a:lnTo>
                <a:lnTo>
                  <a:pt x="0" y="92585"/>
                </a:lnTo>
                <a:lnTo>
                  <a:pt x="3638" y="9612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772000" tIns="0" bIns="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BBB032-3F6A-4870-A32A-6766B3E2C5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600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F784D41-BCC3-4780-90A0-0F34F4E8D6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600" y="3357001"/>
            <a:ext cx="37800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AEDA8E-14AA-492A-8FCB-AAC5E36A639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4E767D-83C3-4742-ACDC-F1302711F5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04230D5-82F3-4C8D-820A-38DD7770A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12" name="Logo Nestle">
            <a:extLst>
              <a:ext uri="{FF2B5EF4-FFF2-40B4-BE49-F238E27FC236}">
                <a16:creationId xmlns:a16="http://schemas.microsoft.com/office/drawing/2014/main" id="{5296F332-40A1-49F8-8BBB-97CA396B6C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965" y="263012"/>
            <a:ext cx="2766138" cy="7367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98BA7F-F063-2229-AF8B-7E45D9EF1E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03029" y="113071"/>
            <a:ext cx="762583" cy="42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40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Title Sl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313FB3E-7AA8-4140-A64B-83F0FED313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F96E2C-6FA7-4831-B34E-08DEA8027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4965" y="1582738"/>
            <a:ext cx="11540010" cy="4949825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5C595FB-4A94-46C2-8442-DF09BA847A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600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CE9005-9841-4428-B810-E333EE2B40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600" y="3357001"/>
            <a:ext cx="33012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5" name="Date Placeholder 16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11" name="Logo Nestle">
            <a:extLst>
              <a:ext uri="{FF2B5EF4-FFF2-40B4-BE49-F238E27FC236}">
                <a16:creationId xmlns:a16="http://schemas.microsoft.com/office/drawing/2014/main" id="{6C148C0C-F6CA-4471-A0EE-A14E69F7AE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965" y="263012"/>
            <a:ext cx="2766138" cy="736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235061-8DE0-5B68-367B-98D743EB32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202994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44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Repor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11329200" cy="449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D32C4-A236-4C1F-9366-12620F9C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A133E-B9C0-4FC3-BE79-ECDCC1F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AEC23-1AC4-4464-8BE1-F792C924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6F198C3-5DF7-4BC4-B30B-BF76C9315883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540378C-701B-4DC1-A3CE-975047D870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8428356-DC8B-447C-BE6E-45D8A3722491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DC9DFDC-90E9-4F6E-9257-15C8E9329F6F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FDAE1-D3F7-6D85-FB7B-9E6AF9D565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50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F26B43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5248800" cy="449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11200" y="1713600"/>
            <a:ext cx="5248800" cy="449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EDE425-9F1D-4011-B8D1-93602816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D7E31B-8FA5-4D3A-BB52-85E4D22B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1335CB-A823-4D49-A875-90100CC7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F40061-72D6-41BC-8F1C-96650802E2CD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8195FAD-9BA3-4605-A258-FED871F288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8F7308-5710-447D-86BF-72030C6A39B4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3BFFF46-0B38-4352-AA3A-7752C4F9461C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9EE5A-5120-1BB4-8DCD-288011F1B0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34700" y="0"/>
            <a:ext cx="846524" cy="47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63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F26B43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0B7BA5B0-B743-425C-A888-5FB7EA0B4B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0" y="2724182"/>
            <a:ext cx="8316000" cy="2209400"/>
          </a:xfrm>
          <a:prstGeom prst="rect">
            <a:avLst/>
          </a:prstGeom>
        </p:spPr>
      </p:pic>
      <p:sp>
        <p:nvSpPr>
          <p:cNvPr id="23" name="Date Placeholder 16" hidden="1">
            <a:extLst>
              <a:ext uri="{FF2B5EF4-FFF2-40B4-BE49-F238E27FC236}">
                <a16:creationId xmlns:a16="http://schemas.microsoft.com/office/drawing/2014/main" id="{68FFE10D-997C-4BF2-B5FC-8C9A1927B90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24" name="Footer Placeholder 17" hidden="1">
            <a:extLst>
              <a:ext uri="{FF2B5EF4-FFF2-40B4-BE49-F238E27FC236}">
                <a16:creationId xmlns:a16="http://schemas.microsoft.com/office/drawing/2014/main" id="{30CD6F58-B71E-4C7E-93FC-94834681A4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25" name="Slide Number Placeholder 18" hidden="1">
            <a:extLst>
              <a:ext uri="{FF2B5EF4-FFF2-40B4-BE49-F238E27FC236}">
                <a16:creationId xmlns:a16="http://schemas.microsoft.com/office/drawing/2014/main" id="{CB2E05C2-71BD-4C9D-9A8A-C529D492A5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70E71F-1990-9CE6-5100-C4275E082E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14733" y="127424"/>
            <a:ext cx="817132" cy="45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515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5D01A8C-79CB-4BBA-92DA-F9E41E7919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999" y="1004400"/>
            <a:ext cx="11541600" cy="5528464"/>
          </a:xfrm>
          <a:custGeom>
            <a:avLst/>
            <a:gdLst>
              <a:gd name="connsiteX0" fmla="*/ 3639 w 11541600"/>
              <a:gd name="connsiteY0" fmla="*/ 0 h 5528464"/>
              <a:gd name="connsiteX1" fmla="*/ 5547 w 11541600"/>
              <a:gd name="connsiteY1" fmla="*/ 0 h 5528464"/>
              <a:gd name="connsiteX2" fmla="*/ 45497 w 11541600"/>
              <a:gd name="connsiteY2" fmla="*/ 38863 h 5528464"/>
              <a:gd name="connsiteX3" fmla="*/ 936120 w 11541600"/>
              <a:gd name="connsiteY3" fmla="*/ 196021 h 5528464"/>
              <a:gd name="connsiteX4" fmla="*/ 11023852 w 11541600"/>
              <a:gd name="connsiteY4" fmla="*/ 196021 h 5528464"/>
              <a:gd name="connsiteX5" fmla="*/ 11023859 w 11541600"/>
              <a:gd name="connsiteY5" fmla="*/ 196022 h 5528464"/>
              <a:gd name="connsiteX6" fmla="*/ 11225414 w 11541600"/>
              <a:gd name="connsiteY6" fmla="*/ 196022 h 5528464"/>
              <a:gd name="connsiteX7" fmla="*/ 11517896 w 11541600"/>
              <a:gd name="connsiteY7" fmla="*/ 389905 h 5528464"/>
              <a:gd name="connsiteX8" fmla="*/ 11541600 w 11541600"/>
              <a:gd name="connsiteY8" fmla="*/ 507288 h 5528464"/>
              <a:gd name="connsiteX9" fmla="*/ 11541600 w 11541600"/>
              <a:gd name="connsiteY9" fmla="*/ 5226063 h 5528464"/>
              <a:gd name="connsiteX10" fmla="*/ 11528573 w 11541600"/>
              <a:gd name="connsiteY10" fmla="*/ 5312208 h 5528464"/>
              <a:gd name="connsiteX11" fmla="*/ 11348963 w 11541600"/>
              <a:gd name="connsiteY11" fmla="*/ 5510304 h 5528464"/>
              <a:gd name="connsiteX12" fmla="*/ 11290472 w 11541600"/>
              <a:gd name="connsiteY12" fmla="*/ 5528464 h 5528464"/>
              <a:gd name="connsiteX13" fmla="*/ 6355581 w 11541600"/>
              <a:gd name="connsiteY13" fmla="*/ 5528464 h 5528464"/>
              <a:gd name="connsiteX14" fmla="*/ 6355581 w 11541600"/>
              <a:gd name="connsiteY14" fmla="*/ 5528463 h 5528464"/>
              <a:gd name="connsiteX15" fmla="*/ 0 w 11541600"/>
              <a:gd name="connsiteY15" fmla="*/ 5528463 h 5528464"/>
              <a:gd name="connsiteX16" fmla="*/ 0 w 11541600"/>
              <a:gd name="connsiteY16" fmla="*/ 5380905 h 5528464"/>
              <a:gd name="connsiteX17" fmla="*/ 0 w 11541600"/>
              <a:gd name="connsiteY17" fmla="*/ 1176092 h 5528464"/>
              <a:gd name="connsiteX18" fmla="*/ 0 w 11541600"/>
              <a:gd name="connsiteY18" fmla="*/ 93641 h 5528464"/>
              <a:gd name="connsiteX19" fmla="*/ 3639 w 11541600"/>
              <a:gd name="connsiteY19" fmla="*/ 97181 h 5528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541600" h="5528464">
                <a:moveTo>
                  <a:pt x="3639" y="0"/>
                </a:moveTo>
                <a:lnTo>
                  <a:pt x="5547" y="0"/>
                </a:lnTo>
                <a:lnTo>
                  <a:pt x="45497" y="38863"/>
                </a:lnTo>
                <a:cubicBezTo>
                  <a:pt x="175596" y="130432"/>
                  <a:pt x="525190" y="196021"/>
                  <a:pt x="936120" y="196021"/>
                </a:cubicBezTo>
                <a:lnTo>
                  <a:pt x="11023852" y="196021"/>
                </a:lnTo>
                <a:lnTo>
                  <a:pt x="11023859" y="196022"/>
                </a:lnTo>
                <a:lnTo>
                  <a:pt x="11225414" y="196022"/>
                </a:lnTo>
                <a:cubicBezTo>
                  <a:pt x="11356880" y="196022"/>
                  <a:pt x="11469702" y="275978"/>
                  <a:pt x="11517896" y="389905"/>
                </a:cubicBezTo>
                <a:lnTo>
                  <a:pt x="11541600" y="507288"/>
                </a:lnTo>
                <a:lnTo>
                  <a:pt x="11541600" y="5226063"/>
                </a:lnTo>
                <a:lnTo>
                  <a:pt x="11528573" y="5312208"/>
                </a:lnTo>
                <a:cubicBezTo>
                  <a:pt x="11500745" y="5401660"/>
                  <a:pt x="11434408" y="5474159"/>
                  <a:pt x="11348963" y="5510304"/>
                </a:cubicBezTo>
                <a:lnTo>
                  <a:pt x="11290472" y="5528464"/>
                </a:lnTo>
                <a:lnTo>
                  <a:pt x="6355581" y="5528464"/>
                </a:lnTo>
                <a:lnTo>
                  <a:pt x="6355581" y="5528463"/>
                </a:lnTo>
                <a:lnTo>
                  <a:pt x="0" y="5528463"/>
                </a:lnTo>
                <a:lnTo>
                  <a:pt x="0" y="5380905"/>
                </a:lnTo>
                <a:lnTo>
                  <a:pt x="0" y="1176092"/>
                </a:lnTo>
                <a:lnTo>
                  <a:pt x="0" y="93641"/>
                </a:lnTo>
                <a:lnTo>
                  <a:pt x="3639" y="971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0" bIns="64800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4" name="Logo Internal">
            <a:extLst>
              <a:ext uri="{FF2B5EF4-FFF2-40B4-BE49-F238E27FC236}">
                <a16:creationId xmlns:a16="http://schemas.microsoft.com/office/drawing/2014/main" id="{C1117682-9AFE-4406-B04E-C21582117F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97" y="324000"/>
            <a:ext cx="3001855" cy="537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0000" y="2731533"/>
            <a:ext cx="6688800" cy="644400"/>
          </a:xfrm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AC94AE2-72B5-46A2-9147-CF5759C77D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4000" y="4573865"/>
            <a:ext cx="33012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AEDA8E-14AA-492A-8FCB-AAC5E36A639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4E767D-83C3-4742-ACDC-F1302711F5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04230D5-82F3-4C8D-820A-38DD7770A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</p:spTree>
    <p:extLst>
      <p:ext uri="{BB962C8B-B14F-4D97-AF65-F5344CB8AC3E}">
        <p14:creationId xmlns:p14="http://schemas.microsoft.com/office/powerpoint/2010/main" val="714246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4">
          <p15:clr>
            <a:srgbClr val="000000"/>
          </p15:clr>
        </p15:guide>
        <p15:guide id="2" pos="7474">
          <p15:clr>
            <a:srgbClr val="000000"/>
          </p15:clr>
        </p15:guide>
        <p15:guide id="3" orient="horz" pos="4115">
          <p15:clr>
            <a:srgbClr val="00000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Title Sl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F96E2C-6FA7-4831-B34E-08DEA8027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12192000" cy="6858000"/>
          </a:xfrm>
          <a:solidFill>
            <a:srgbClr val="1C9CC8"/>
          </a:solid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8773FA8-B470-4452-BFE9-1D9BCA5322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0000" y="2731533"/>
            <a:ext cx="6688800" cy="644400"/>
          </a:xfrm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CE9005-9841-4428-B810-E333EE2B40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50000" y="3492000"/>
            <a:ext cx="33012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5" name="Date Placeholder 16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22FA968-6291-4755-B5CE-813964D4BF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324000"/>
            <a:ext cx="3002400" cy="5364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782159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76D535-3894-4C89-ACB9-1A6F046D1C3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tIns="7200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0D337FA-DA46-47B5-8029-9B295D76F8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04000" y="3773254"/>
            <a:ext cx="6688800" cy="644400"/>
          </a:xfrm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CE9005-9841-4428-B810-E333EE2B40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4000" y="4573865"/>
            <a:ext cx="33012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  <p:sp>
        <p:nvSpPr>
          <p:cNvPr id="15" name="Date Placeholder 16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792FA1B-F227-404B-84A0-1E53E2640B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324000"/>
            <a:ext cx="3002400" cy="5364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952509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Internal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0B4601-5040-4162-82AB-813E4CA75056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E573B3-B951-4E8F-8C27-D3CE939ED16F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2636ABF-72AC-46D3-B6D9-B7A090DA01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05E823-F392-469B-8657-FB41261FAB64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2958A-657A-40D4-B1F5-D7C648F52DD2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20" name="Logo Internal">
            <a:extLst>
              <a:ext uri="{FF2B5EF4-FFF2-40B4-BE49-F238E27FC236}">
                <a16:creationId xmlns:a16="http://schemas.microsoft.com/office/drawing/2014/main" id="{841E1447-962E-485C-990A-3847207ADC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D32C4-A236-4C1F-9366-12620F9C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A133E-B9C0-4FC3-BE79-ECDCC1F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AEC23-1AC4-4464-8BE1-F792C924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1982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5248800" cy="4712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11200" y="1713600"/>
            <a:ext cx="5248800" cy="4712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51926E-E650-4E8D-8F6F-AE025244068C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2E7289D-E8CB-4CB5-99ED-3169D78AB2F7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634E7FD-68F2-4618-B265-7E7F6A4717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B35039-53A4-4DB0-A637-860DA80E0AA4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F2F6A5F-D8F7-49AC-9A96-3FF0F7FB1013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14" name="Logo Internal">
            <a:extLst>
              <a:ext uri="{FF2B5EF4-FFF2-40B4-BE49-F238E27FC236}">
                <a16:creationId xmlns:a16="http://schemas.microsoft.com/office/drawing/2014/main" id="{ECB216AD-2AA1-4CCF-8097-C5FF08340E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EDE425-9F1D-4011-B8D1-93602816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D7E31B-8FA5-4D3A-BB52-85E4D22B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1335CB-A823-4D49-A875-90100CC7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83571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Internal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C57CF9-B089-44AD-98E2-F164E241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4015AB-CEFF-4C6C-8BA6-F05EF66E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B3F117-3916-481D-B476-CB9FEE79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F4117-3C65-4F3D-BFBA-F8612C56F2A5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pic>
        <p:nvPicPr>
          <p:cNvPr id="11" name="Logo Internal">
            <a:extLst>
              <a:ext uri="{FF2B5EF4-FFF2-40B4-BE49-F238E27FC236}">
                <a16:creationId xmlns:a16="http://schemas.microsoft.com/office/drawing/2014/main" id="{71AEBD12-FBAA-4896-A612-C1916F795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9343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Interna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87740-79FA-4EC2-8742-4C823994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3DC15-ABD7-4D1D-8967-87C97328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53E7E-416C-4DF5-9A3D-F6316173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5709BE-FAD2-4426-8D5D-32FC97E9156B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pic>
        <p:nvPicPr>
          <p:cNvPr id="10" name="Logo Internal">
            <a:extLst>
              <a:ext uri="{FF2B5EF4-FFF2-40B4-BE49-F238E27FC236}">
                <a16:creationId xmlns:a16="http://schemas.microsoft.com/office/drawing/2014/main" id="{FEFE39F1-3B25-4CD9-8F31-092D69A0B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7968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Text 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23CE-E90C-4D9A-98B4-C6F1572E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5A9DA-8BAE-464D-9324-4F7FC79538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582737"/>
            <a:ext cx="11758364" cy="4652961"/>
          </a:xfrm>
          <a:custGeom>
            <a:avLst/>
            <a:gdLst>
              <a:gd name="connsiteX0" fmla="*/ 6023031 w 11758364"/>
              <a:gd name="connsiteY0" fmla="*/ 0 h 4652961"/>
              <a:gd name="connsiteX1" fmla="*/ 11451222 w 11758364"/>
              <a:gd name="connsiteY1" fmla="*/ 0 h 4652961"/>
              <a:gd name="connsiteX2" fmla="*/ 11758364 w 11758364"/>
              <a:gd name="connsiteY2" fmla="*/ 307142 h 4652961"/>
              <a:gd name="connsiteX3" fmla="*/ 11758364 w 11758364"/>
              <a:gd name="connsiteY3" fmla="*/ 4345819 h 4652961"/>
              <a:gd name="connsiteX4" fmla="*/ 11451222 w 11758364"/>
              <a:gd name="connsiteY4" fmla="*/ 4652961 h 4652961"/>
              <a:gd name="connsiteX5" fmla="*/ 6340838 w 11758364"/>
              <a:gd name="connsiteY5" fmla="*/ 4650218 h 4652961"/>
              <a:gd name="connsiteX6" fmla="*/ 6340838 w 11758364"/>
              <a:gd name="connsiteY6" fmla="*/ 4652961 h 4652961"/>
              <a:gd name="connsiteX7" fmla="*/ 0 w 11758364"/>
              <a:gd name="connsiteY7" fmla="*/ 4652961 h 4652961"/>
              <a:gd name="connsiteX8" fmla="*/ 0 w 11758364"/>
              <a:gd name="connsiteY8" fmla="*/ 1 h 4652961"/>
              <a:gd name="connsiteX9" fmla="*/ 6023031 w 11758364"/>
              <a:gd name="connsiteY9" fmla="*/ 1 h 4652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58364" h="4652961">
                <a:moveTo>
                  <a:pt x="6023031" y="0"/>
                </a:moveTo>
                <a:lnTo>
                  <a:pt x="11451222" y="0"/>
                </a:lnTo>
                <a:cubicBezTo>
                  <a:pt x="11620852" y="0"/>
                  <a:pt x="11758364" y="137512"/>
                  <a:pt x="11758364" y="307142"/>
                </a:cubicBezTo>
                <a:lnTo>
                  <a:pt x="11758364" y="4345819"/>
                </a:lnTo>
                <a:cubicBezTo>
                  <a:pt x="11758364" y="4515449"/>
                  <a:pt x="11620852" y="4652961"/>
                  <a:pt x="11451222" y="4652961"/>
                </a:cubicBezTo>
                <a:lnTo>
                  <a:pt x="6340838" y="4650218"/>
                </a:lnTo>
                <a:lnTo>
                  <a:pt x="6340838" y="4652961"/>
                </a:lnTo>
                <a:lnTo>
                  <a:pt x="0" y="4652961"/>
                </a:lnTo>
                <a:lnTo>
                  <a:pt x="0" y="1"/>
                </a:lnTo>
                <a:lnTo>
                  <a:pt x="6023031" y="1"/>
                </a:lnTo>
                <a:close/>
              </a:path>
            </a:pathLst>
          </a:custGeom>
          <a:solidFill>
            <a:srgbClr val="9CDBD9">
              <a:alpha val="20000"/>
            </a:srgbClr>
          </a:solidFill>
        </p:spPr>
        <p:txBody>
          <a:bodyPr wrap="square" lIns="432000" tIns="129600">
            <a:noAutofit/>
          </a:bodyPr>
          <a:lstStyle/>
          <a:p>
            <a:pPr lvl="0"/>
            <a:r>
              <a:rPr lang="en-US"/>
              <a:t>Click to add text</a:t>
            </a:r>
            <a:r>
              <a:rPr lang="en-GB"/>
              <a:t>, change Fill </a:t>
            </a:r>
            <a:r>
              <a:rPr lang="en-GB" err="1"/>
              <a:t>color</a:t>
            </a:r>
            <a:r>
              <a:rPr lang="en-GB"/>
              <a:t> from Custom </a:t>
            </a:r>
            <a:r>
              <a:rPr lang="en-GB" err="1"/>
              <a:t>Colors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7ED77-2031-447D-8BAD-ED7514E3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41E20-2E12-4467-8637-DBFAC1A3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350F8-B60B-428C-B4F9-2FDCEC54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Logo Internal">
            <a:extLst>
              <a:ext uri="{FF2B5EF4-FFF2-40B4-BE49-F238E27FC236}">
                <a16:creationId xmlns:a16="http://schemas.microsoft.com/office/drawing/2014/main" id="{03881888-4AB3-4943-8A87-F30ADE0E51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2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00000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Four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3247-21F2-4F5E-9E0D-EDEF438C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5" y="432000"/>
            <a:ext cx="11327999" cy="8679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B64504-0101-4E1E-99BE-5A4324B229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0365" y="1407649"/>
            <a:ext cx="2736000" cy="305264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4555FD-642A-4ADC-8195-84B94171FD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2000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ECEC61-AB7D-419F-B622-3653B4BE77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000" y="4103589"/>
            <a:ext cx="2718690" cy="211114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CAD3D11-9624-4E5C-B85E-FFFFC06F5F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94993" y="1407649"/>
            <a:ext cx="2736000" cy="305264"/>
          </a:xfrm>
        </p:spPr>
        <p:txBody>
          <a:bodyPr/>
          <a:lstStyle>
            <a:lvl1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buNone/>
              <a:defRPr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72830913-9578-4B62-9EE0-22BC57D000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94993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7827823-C348-4AD1-90A0-DD4E69293BE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57986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F0C82393-564E-4B46-95A3-8EE7718EBD1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20980" y="1802374"/>
            <a:ext cx="2736000" cy="2124000"/>
          </a:xfrm>
        </p:spPr>
        <p:txBody>
          <a:bodyPr tIns="7200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5538-FF2E-432E-BA16-21C718995C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4992" y="4103589"/>
            <a:ext cx="2735999" cy="210988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B0FF1C5-89FC-4D89-BC35-0CF5A4B1C8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57986" y="1408113"/>
            <a:ext cx="2736000" cy="3048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spcAft>
                <a:spcPts val="0"/>
              </a:spcAft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19E84D6-80BB-4E79-B00A-9D31E6E1FB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57986" y="4103589"/>
            <a:ext cx="2735998" cy="210988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B6C9797-490C-4FA5-8F33-71BA1DBF2B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20980" y="1408113"/>
            <a:ext cx="2736000" cy="306000"/>
          </a:xfrm>
        </p:spPr>
        <p:txBody>
          <a:bodyPr/>
          <a:lstStyle>
            <a:lvl1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1pPr>
            <a:lvl2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3pPr>
            <a:lvl4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4pPr>
            <a:lvl5pPr marL="0" indent="0">
              <a:buNone/>
              <a:defRPr sz="1800">
                <a:latin typeface="Nestle_BrushAR" panose="00000500000000000000" pitchFamily="2" charset="0"/>
                <a:cs typeface="Nestle_BrushAR" panose="00000500000000000000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B3B104F-B983-42F4-A2D8-675858CA502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20979" y="4103588"/>
            <a:ext cx="2735998" cy="2109885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32299C-4563-4184-98FD-35ADEC86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5B4CB-5965-419B-8B18-C6198D37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E4379-196D-469E-A5F1-64831757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8" name="Logo Internal">
            <a:extLst>
              <a:ext uri="{FF2B5EF4-FFF2-40B4-BE49-F238E27FC236}">
                <a16:creationId xmlns:a16="http://schemas.microsoft.com/office/drawing/2014/main" id="{51111680-4E82-4F0F-803C-D93C5C56C8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79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F26B43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In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5036-2379-49FD-A17A-8B08C7D1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176B3C-88D0-48FA-8627-975C93A903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82738"/>
            <a:ext cx="5943600" cy="4652962"/>
          </a:xfrm>
        </p:spPr>
        <p:txBody>
          <a:bodyPr tIns="720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6D20FEE-ED21-4EDB-AC0A-113116021E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23031" y="1582736"/>
            <a:ext cx="5735333" cy="4634150"/>
          </a:xfrm>
          <a:custGeom>
            <a:avLst/>
            <a:gdLst>
              <a:gd name="connsiteX0" fmla="*/ 0 w 5735333"/>
              <a:gd name="connsiteY0" fmla="*/ 0 h 4634150"/>
              <a:gd name="connsiteX1" fmla="*/ 5428191 w 5735333"/>
              <a:gd name="connsiteY1" fmla="*/ 0 h 4634150"/>
              <a:gd name="connsiteX2" fmla="*/ 5735333 w 5735333"/>
              <a:gd name="connsiteY2" fmla="*/ 307142 h 4634150"/>
              <a:gd name="connsiteX3" fmla="*/ 5735333 w 5735333"/>
              <a:gd name="connsiteY3" fmla="*/ 3851111 h 4634150"/>
              <a:gd name="connsiteX4" fmla="*/ 5735332 w 5735333"/>
              <a:gd name="connsiteY4" fmla="*/ 3851111 h 4634150"/>
              <a:gd name="connsiteX5" fmla="*/ 5735332 w 5735333"/>
              <a:gd name="connsiteY5" fmla="*/ 4327008 h 4634150"/>
              <a:gd name="connsiteX6" fmla="*/ 5428190 w 5735333"/>
              <a:gd name="connsiteY6" fmla="*/ 4634150 h 4634150"/>
              <a:gd name="connsiteX7" fmla="*/ 2911 w 5735333"/>
              <a:gd name="connsiteY7" fmla="*/ 4631238 h 4634150"/>
              <a:gd name="connsiteX8" fmla="*/ 2423 w 5735333"/>
              <a:gd name="connsiteY8" fmla="*/ 3851111 h 4634150"/>
              <a:gd name="connsiteX9" fmla="*/ 2412 w 5735333"/>
              <a:gd name="connsiteY9" fmla="*/ 3851111 h 463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35333" h="4634150">
                <a:moveTo>
                  <a:pt x="0" y="0"/>
                </a:moveTo>
                <a:lnTo>
                  <a:pt x="5428191" y="0"/>
                </a:lnTo>
                <a:cubicBezTo>
                  <a:pt x="5597821" y="0"/>
                  <a:pt x="5735333" y="137512"/>
                  <a:pt x="5735333" y="307142"/>
                </a:cubicBezTo>
                <a:lnTo>
                  <a:pt x="5735333" y="3851111"/>
                </a:lnTo>
                <a:lnTo>
                  <a:pt x="5735332" y="3851111"/>
                </a:lnTo>
                <a:lnTo>
                  <a:pt x="5735332" y="4327008"/>
                </a:lnTo>
                <a:cubicBezTo>
                  <a:pt x="5735332" y="4496638"/>
                  <a:pt x="5597820" y="4634150"/>
                  <a:pt x="5428190" y="4634150"/>
                </a:cubicBezTo>
                <a:lnTo>
                  <a:pt x="2911" y="4631238"/>
                </a:lnTo>
                <a:lnTo>
                  <a:pt x="2423" y="3851111"/>
                </a:lnTo>
                <a:lnTo>
                  <a:pt x="2412" y="38511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252000" tIns="288000" rIns="252000" bIns="216000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200">
                <a:solidFill>
                  <a:schemeClr val="bg1"/>
                </a:solidFill>
                <a:latin typeface="Nestle_ScriptEUR" panose="00000500000000000000" pitchFamily="2" charset="0"/>
                <a:cs typeface="Nestle_ScriptEUR" panose="00000500000000000000" pitchFamily="2" charset="0"/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3600">
                <a:solidFill>
                  <a:schemeClr val="bg1"/>
                </a:solidFill>
                <a:latin typeface="Nestle_BrushAR" panose="00000500000000000000" pitchFamily="2" charset="0"/>
                <a:cs typeface="Nestle_BrushAR" panose="00000500000000000000" pitchFamily="2" charset="0"/>
              </a:defRPr>
            </a:lvl2pPr>
            <a:lvl3pPr marL="179388" indent="-179388"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85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</a:t>
            </a:r>
            <a:r>
              <a:rPr lang="en-US" err="1"/>
              <a:t>Nestlé_Script</a:t>
            </a:r>
            <a:r>
              <a:rPr lang="en-US"/>
              <a:t> EUR text. Click Enter for new line, click TAB to add text in </a:t>
            </a:r>
            <a:r>
              <a:rPr lang="en-US" err="1"/>
              <a:t>Nestlé_Brush</a:t>
            </a:r>
            <a:r>
              <a:rPr lang="en-US"/>
              <a:t>. Change Fill color if needed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Logo Internal">
            <a:extLst>
              <a:ext uri="{FF2B5EF4-FFF2-40B4-BE49-F238E27FC236}">
                <a16:creationId xmlns:a16="http://schemas.microsoft.com/office/drawing/2014/main" id="{70427EA6-E969-4280-9A2A-18ECD4039F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A1E77-B9F5-4488-8872-BBCD3E95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C7787-1671-4A57-864C-1E045F71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71BEB-132E-4D91-86F9-DE619EA6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249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4">
          <p15:clr>
            <a:srgbClr val="00000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9AE3B2-90B4-4684-9F41-CA77C008587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999" y="1004400"/>
            <a:ext cx="11541600" cy="5528464"/>
          </a:xfrm>
          <a:custGeom>
            <a:avLst/>
            <a:gdLst>
              <a:gd name="connsiteX0" fmla="*/ 3639 w 11541600"/>
              <a:gd name="connsiteY0" fmla="*/ 0 h 5528464"/>
              <a:gd name="connsiteX1" fmla="*/ 5547 w 11541600"/>
              <a:gd name="connsiteY1" fmla="*/ 0 h 5528464"/>
              <a:gd name="connsiteX2" fmla="*/ 45497 w 11541600"/>
              <a:gd name="connsiteY2" fmla="*/ 38863 h 5528464"/>
              <a:gd name="connsiteX3" fmla="*/ 936120 w 11541600"/>
              <a:gd name="connsiteY3" fmla="*/ 196021 h 5528464"/>
              <a:gd name="connsiteX4" fmla="*/ 11023852 w 11541600"/>
              <a:gd name="connsiteY4" fmla="*/ 196021 h 5528464"/>
              <a:gd name="connsiteX5" fmla="*/ 11023859 w 11541600"/>
              <a:gd name="connsiteY5" fmla="*/ 196022 h 5528464"/>
              <a:gd name="connsiteX6" fmla="*/ 11225414 w 11541600"/>
              <a:gd name="connsiteY6" fmla="*/ 196022 h 5528464"/>
              <a:gd name="connsiteX7" fmla="*/ 11517896 w 11541600"/>
              <a:gd name="connsiteY7" fmla="*/ 389905 h 5528464"/>
              <a:gd name="connsiteX8" fmla="*/ 11541600 w 11541600"/>
              <a:gd name="connsiteY8" fmla="*/ 507288 h 5528464"/>
              <a:gd name="connsiteX9" fmla="*/ 11541600 w 11541600"/>
              <a:gd name="connsiteY9" fmla="*/ 5226063 h 5528464"/>
              <a:gd name="connsiteX10" fmla="*/ 11528573 w 11541600"/>
              <a:gd name="connsiteY10" fmla="*/ 5312208 h 5528464"/>
              <a:gd name="connsiteX11" fmla="*/ 11348963 w 11541600"/>
              <a:gd name="connsiteY11" fmla="*/ 5510304 h 5528464"/>
              <a:gd name="connsiteX12" fmla="*/ 11290472 w 11541600"/>
              <a:gd name="connsiteY12" fmla="*/ 5528464 h 5528464"/>
              <a:gd name="connsiteX13" fmla="*/ 6355581 w 11541600"/>
              <a:gd name="connsiteY13" fmla="*/ 5528464 h 5528464"/>
              <a:gd name="connsiteX14" fmla="*/ 6355581 w 11541600"/>
              <a:gd name="connsiteY14" fmla="*/ 5528463 h 5528464"/>
              <a:gd name="connsiteX15" fmla="*/ 0 w 11541600"/>
              <a:gd name="connsiteY15" fmla="*/ 5528463 h 5528464"/>
              <a:gd name="connsiteX16" fmla="*/ 0 w 11541600"/>
              <a:gd name="connsiteY16" fmla="*/ 5380905 h 5528464"/>
              <a:gd name="connsiteX17" fmla="*/ 0 w 11541600"/>
              <a:gd name="connsiteY17" fmla="*/ 1176092 h 5528464"/>
              <a:gd name="connsiteX18" fmla="*/ 0 w 11541600"/>
              <a:gd name="connsiteY18" fmla="*/ 93641 h 5528464"/>
              <a:gd name="connsiteX19" fmla="*/ 3639 w 11541600"/>
              <a:gd name="connsiteY19" fmla="*/ 97181 h 5528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541600" h="5528464">
                <a:moveTo>
                  <a:pt x="3639" y="0"/>
                </a:moveTo>
                <a:lnTo>
                  <a:pt x="5547" y="0"/>
                </a:lnTo>
                <a:lnTo>
                  <a:pt x="45497" y="38863"/>
                </a:lnTo>
                <a:cubicBezTo>
                  <a:pt x="175596" y="130432"/>
                  <a:pt x="525190" y="196021"/>
                  <a:pt x="936120" y="196021"/>
                </a:cubicBezTo>
                <a:lnTo>
                  <a:pt x="11023852" y="196021"/>
                </a:lnTo>
                <a:lnTo>
                  <a:pt x="11023859" y="196022"/>
                </a:lnTo>
                <a:lnTo>
                  <a:pt x="11225414" y="196022"/>
                </a:lnTo>
                <a:cubicBezTo>
                  <a:pt x="11356880" y="196022"/>
                  <a:pt x="11469702" y="275978"/>
                  <a:pt x="11517896" y="389905"/>
                </a:cubicBezTo>
                <a:lnTo>
                  <a:pt x="11541600" y="507288"/>
                </a:lnTo>
                <a:lnTo>
                  <a:pt x="11541600" y="5226063"/>
                </a:lnTo>
                <a:lnTo>
                  <a:pt x="11528573" y="5312208"/>
                </a:lnTo>
                <a:cubicBezTo>
                  <a:pt x="11500745" y="5401660"/>
                  <a:pt x="11434408" y="5474159"/>
                  <a:pt x="11348963" y="5510304"/>
                </a:cubicBezTo>
                <a:lnTo>
                  <a:pt x="11290472" y="5528464"/>
                </a:lnTo>
                <a:lnTo>
                  <a:pt x="6355581" y="5528464"/>
                </a:lnTo>
                <a:lnTo>
                  <a:pt x="6355581" y="5528463"/>
                </a:lnTo>
                <a:lnTo>
                  <a:pt x="0" y="5528463"/>
                </a:lnTo>
                <a:lnTo>
                  <a:pt x="0" y="5380905"/>
                </a:lnTo>
                <a:lnTo>
                  <a:pt x="0" y="1176092"/>
                </a:lnTo>
                <a:lnTo>
                  <a:pt x="0" y="93641"/>
                </a:lnTo>
                <a:lnTo>
                  <a:pt x="3639" y="971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0" bIns="64800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13" name="Logo Internal">
            <a:extLst>
              <a:ext uri="{FF2B5EF4-FFF2-40B4-BE49-F238E27FC236}">
                <a16:creationId xmlns:a16="http://schemas.microsoft.com/office/drawing/2014/main" id="{3A0B1BD2-B1C4-4400-BEE6-89DD72B28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97" y="324000"/>
            <a:ext cx="3001855" cy="537935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AEDA8E-14AA-492A-8FCB-AAC5E36A639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4E767D-83C3-4742-ACDC-F1302711F5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04230D5-82F3-4C8D-820A-38DD7770A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B78E66-DCA3-4CBE-8B18-1A759A2DE3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600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BB2DD67-1926-430D-8A61-542C6B7BF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600" y="3357001"/>
            <a:ext cx="37800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</p:spTree>
    <p:extLst>
      <p:ext uri="{BB962C8B-B14F-4D97-AF65-F5344CB8AC3E}">
        <p14:creationId xmlns:p14="http://schemas.microsoft.com/office/powerpoint/2010/main" val="2877548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4">
          <p15:clr>
            <a:srgbClr val="000000"/>
          </p15:clr>
        </p15:guide>
        <p15:guide id="2" pos="7474">
          <p15:clr>
            <a:srgbClr val="000000"/>
          </p15:clr>
        </p15:guide>
        <p15:guide id="3" orient="horz" pos="4115">
          <p15:clr>
            <a:srgbClr val="00000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Report Title Sl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F96E2C-6FA7-4831-B34E-08DEA8027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12192000" cy="6858000"/>
          </a:xfrm>
          <a:solidFill>
            <a:srgbClr val="1C9CC8"/>
          </a:solid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5" name="Date Placeholder 16">
            <a:extLst>
              <a:ext uri="{FF2B5EF4-FFF2-40B4-BE49-F238E27FC236}">
                <a16:creationId xmlns:a16="http://schemas.microsoft.com/office/drawing/2014/main" id="{0E8FF565-412C-4CA6-B116-80175BDEE67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16" name="Footer Placeholder 17">
            <a:extLst>
              <a:ext uri="{FF2B5EF4-FFF2-40B4-BE49-F238E27FC236}">
                <a16:creationId xmlns:a16="http://schemas.microsoft.com/office/drawing/2014/main" id="{13642CD1-2AD7-4566-A365-2BA8BBEF4A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05C249DF-050D-49B0-8A8B-4C4DD26EE5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5B9B92D0-F08F-48AA-B121-BC39D3478B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324000"/>
            <a:ext cx="3002400" cy="5364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324C523-B2A9-4D8B-BBFA-C5E124FB84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600" y="1906859"/>
            <a:ext cx="6510907" cy="1349341"/>
          </a:xfrm>
        </p:spPr>
        <p:txBody>
          <a:bodyPr anchor="b" anchorCtr="0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CA5CEFD-EA5D-4CDD-AB63-09F47F75ED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600" y="3357001"/>
            <a:ext cx="3780000" cy="2448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place and date</a:t>
            </a:r>
          </a:p>
        </p:txBody>
      </p:sp>
    </p:spTree>
    <p:extLst>
      <p:ext uri="{BB962C8B-B14F-4D97-AF65-F5344CB8AC3E}">
        <p14:creationId xmlns:p14="http://schemas.microsoft.com/office/powerpoint/2010/main" val="30346772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Internal Repor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451326-45B9-4F69-AC74-82FD8E53E617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DC5D18D-D741-409B-9E93-118BE18F1EDD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0AE1861-EA77-422C-BE87-22EF11CA30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DF8E9D0-DDDC-4A4C-8744-11DE022D85A1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1A28FAF-83F9-4A03-BE1C-E1D9D5395F17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13" name="Logo Internal">
            <a:extLst>
              <a:ext uri="{FF2B5EF4-FFF2-40B4-BE49-F238E27FC236}">
                <a16:creationId xmlns:a16="http://schemas.microsoft.com/office/drawing/2014/main" id="{A55E60C0-D2F7-4C9F-A5BD-53D100F8C8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D32C4-A236-4C1F-9366-12620F9C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A133E-B9C0-4FC3-BE79-ECDCC1F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AEC23-1AC4-4464-8BE1-F792C924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64619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Repor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713600"/>
            <a:ext cx="5248800" cy="4712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11200" y="1713600"/>
            <a:ext cx="5248800" cy="4712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E38EBF-AAE7-4F57-9D2E-91C36EFB4E5C}"/>
              </a:ext>
            </a:extLst>
          </p:cNvPr>
          <p:cNvSpPr/>
          <p:nvPr userDrawn="1"/>
        </p:nvSpPr>
        <p:spPr>
          <a:xfrm>
            <a:off x="11215688" y="745332"/>
            <a:ext cx="545512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AA3CF9-D5C9-4C02-932C-E273BE2D47B7}"/>
              </a:ext>
            </a:extLst>
          </p:cNvPr>
          <p:cNvGrpSpPr/>
          <p:nvPr userDrawn="1"/>
        </p:nvGrpSpPr>
        <p:grpSpPr>
          <a:xfrm>
            <a:off x="-3248173" y="2190750"/>
            <a:ext cx="2647619" cy="847619"/>
            <a:chOff x="-3248173" y="2190750"/>
            <a:chExt cx="2647619" cy="84761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F4D2F94-F126-4766-BA44-A87333E7DE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248173" y="2190750"/>
              <a:ext cx="2647619" cy="84761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1BAB4E3-5C03-453E-8C37-F1968AC7946C}"/>
                </a:ext>
              </a:extLst>
            </p:cNvPr>
            <p:cNvSpPr/>
            <p:nvPr/>
          </p:nvSpPr>
          <p:spPr>
            <a:xfrm>
              <a:off x="-3248173" y="2190750"/>
              <a:ext cx="1956701" cy="322075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GB" sz="2000" err="1">
                <a:latin typeface="+mj-lt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28A0E1-B725-4675-B8A4-69338125F590}"/>
              </a:ext>
            </a:extLst>
          </p:cNvPr>
          <p:cNvSpPr/>
          <p:nvPr userDrawn="1"/>
        </p:nvSpPr>
        <p:spPr>
          <a:xfrm>
            <a:off x="-3248173" y="0"/>
            <a:ext cx="2959100" cy="1843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To highlight certain parts of the text please go to the ribbon and choose…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Nestlé Brush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EXAMPLE OF </a:t>
            </a:r>
            <a:b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</a:br>
            <a:r>
              <a:rPr lang="en-GB" sz="1600">
                <a:solidFill>
                  <a:schemeClr val="tx1"/>
                </a:solidFill>
                <a:latin typeface="Nestle_Brush" panose="00000500000000000000" pitchFamily="2" charset="0"/>
              </a:rPr>
              <a:t>HIGHLIGHTED TEXT</a:t>
            </a:r>
          </a:p>
        </p:txBody>
      </p:sp>
      <p:pic>
        <p:nvPicPr>
          <p:cNvPr id="14" name="Logo Internal">
            <a:extLst>
              <a:ext uri="{FF2B5EF4-FFF2-40B4-BE49-F238E27FC236}">
                <a16:creationId xmlns:a16="http://schemas.microsoft.com/office/drawing/2014/main" id="{0FA66028-B5B0-499B-96E8-BE1C74C80B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487" y="6452135"/>
            <a:ext cx="1641600" cy="294404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EDE425-9F1D-4011-B8D1-93602816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D7E31B-8FA5-4D3A-BB52-85E4D22B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1335CB-A823-4D49-A875-90100CC7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04399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Internal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16">
            <a:extLst>
              <a:ext uri="{FF2B5EF4-FFF2-40B4-BE49-F238E27FC236}">
                <a16:creationId xmlns:a16="http://schemas.microsoft.com/office/drawing/2014/main" id="{68FFE10D-997C-4BF2-B5FC-8C9A1927B90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endParaRPr lang="en-GB"/>
          </a:p>
        </p:txBody>
      </p:sp>
      <p:sp>
        <p:nvSpPr>
          <p:cNvPr id="24" name="Footer Placeholder 17">
            <a:extLst>
              <a:ext uri="{FF2B5EF4-FFF2-40B4-BE49-F238E27FC236}">
                <a16:creationId xmlns:a16="http://schemas.microsoft.com/office/drawing/2014/main" id="{30CD6F58-B71E-4C7E-93FC-94834681A4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</p:txBody>
      </p:sp>
      <p:sp>
        <p:nvSpPr>
          <p:cNvPr id="25" name="Slide Number Placeholder 18">
            <a:extLst>
              <a:ext uri="{FF2B5EF4-FFF2-40B4-BE49-F238E27FC236}">
                <a16:creationId xmlns:a16="http://schemas.microsoft.com/office/drawing/2014/main" id="{CB2E05C2-71BD-4C9D-9A8A-C529D492A5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0	0</a:t>
            </a:r>
          </a:p>
        </p:txBody>
      </p:sp>
      <p:pic>
        <p:nvPicPr>
          <p:cNvPr id="26" name="Logo Internal">
            <a:extLst>
              <a:ext uri="{FF2B5EF4-FFF2-40B4-BE49-F238E27FC236}">
                <a16:creationId xmlns:a16="http://schemas.microsoft.com/office/drawing/2014/main" id="{DF446D41-9B53-4A19-A09F-9CA33AE46B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0" y="2719142"/>
            <a:ext cx="8314502" cy="1491117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7669117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ast overskrift"/>
          <p:cNvSpPr txBox="1"/>
          <p:nvPr userDrawn="1"/>
        </p:nvSpPr>
        <p:spPr>
          <a:xfrm>
            <a:off x="448891" y="448713"/>
            <a:ext cx="11109321" cy="650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GB" sz="32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 &amp; TRICKS - YOUR USER GUIDE</a:t>
            </a:r>
          </a:p>
        </p:txBody>
      </p:sp>
      <p:sp>
        <p:nvSpPr>
          <p:cNvPr id="29" name="Text Box 2"/>
          <p:cNvSpPr txBox="1">
            <a:spLocks noChangeArrowheads="1"/>
          </p:cNvSpPr>
          <p:nvPr userDrawn="1"/>
        </p:nvSpPr>
        <p:spPr bwMode="auto">
          <a:xfrm>
            <a:off x="448891" y="1806575"/>
            <a:ext cx="2280360" cy="387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TEXT STYLES</a:t>
            </a:r>
            <a:endParaRPr lang="en-GB" altLang="da-DK" sz="16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jump through </a:t>
            </a:r>
            <a:b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br>
              <a:rPr lang="en-GB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900" b="1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level can be used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layout</a:t>
            </a:r>
            <a:endParaRPr lang="en-GB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Click on the arrow next to </a:t>
            </a:r>
            <a:r>
              <a:rPr lang="en-GB" sz="900" b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Layout</a:t>
            </a:r>
            <a:br>
              <a:rPr lang="en-GB" sz="900" b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GB" sz="9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to view a dropdown menu of possible slide layouts</a:t>
            </a:r>
            <a:endParaRPr lang="en-GB" sz="90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4230581" y="1815926"/>
            <a:ext cx="21960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GB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 </a:t>
            </a:r>
            <a:r>
              <a:rPr lang="en-GB" altLang="da-DK" sz="9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 to reset position, size</a:t>
            </a:r>
            <a:r>
              <a:rPr lang="en-GB" altLang="da-DK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formatting of the </a:t>
            </a:r>
            <a:br>
              <a:rPr lang="en-GB" altLang="da-DK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placeholders to their default settings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endParaRPr lang="en-GB" sz="900" b="1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PICTURES</a:t>
            </a:r>
            <a:endParaRPr lang="en-GB" sz="1600" b="1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change size or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want to scale the picture,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-key down while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dragging the corners of the picture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delete the picture and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a new one, the picture may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lie in front of the text or graphic.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this happens, select the picture, 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8008118" y="1806575"/>
            <a:ext cx="2358243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HEADER &amp; FOOTER</a:t>
            </a:r>
            <a:endParaRPr lang="en-GB" altLang="da-DK" sz="16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 and Footer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(write the desired text)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if only used on one slide</a:t>
            </a:r>
            <a:b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GRIDLINES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quick view of guides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8C8420-1956-4D8D-85A2-8D596BA13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1060" y="3444894"/>
            <a:ext cx="257143" cy="28571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F02021C-F6D2-4E6A-8629-C6315B3791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8770" y="2789820"/>
            <a:ext cx="457143" cy="25714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F428D6C-AC8F-46DD-96BA-C0A5E4DDB30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5191" y="5077014"/>
            <a:ext cx="475428" cy="17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930DBB6-AA18-4CCC-8A74-1A211F07B4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63387" y="3022889"/>
            <a:ext cx="341204" cy="321707"/>
          </a:xfrm>
          <a:prstGeom prst="rect">
            <a:avLst/>
          </a:prstGeom>
        </p:spPr>
      </p:pic>
      <p:pic>
        <p:nvPicPr>
          <p:cNvPr id="18" name="Picture 16">
            <a:extLst>
              <a:ext uri="{FF2B5EF4-FFF2-40B4-BE49-F238E27FC236}">
                <a16:creationId xmlns:a16="http://schemas.microsoft.com/office/drawing/2014/main" id="{CB77F55A-FFA2-402F-B40F-8F779E0D889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5192" y="4393369"/>
            <a:ext cx="328881" cy="505501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74EBBED2-6C3D-4EF3-81AF-CC99C81AD46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5801" y="2041703"/>
            <a:ext cx="538465" cy="172841"/>
          </a:xfrm>
          <a:prstGeom prst="rect">
            <a:avLst/>
          </a:prstGeom>
        </p:spPr>
      </p:pic>
      <p:pic>
        <p:nvPicPr>
          <p:cNvPr id="23" name="Picture 19">
            <a:extLst>
              <a:ext uri="{FF2B5EF4-FFF2-40B4-BE49-F238E27FC236}">
                <a16:creationId xmlns:a16="http://schemas.microsoft.com/office/drawing/2014/main" id="{1F335833-63D9-4A9D-A1D1-07499FE2305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9531" y="3829283"/>
            <a:ext cx="313788" cy="5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223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</a:rPr>
              <a:t>If you see any </a:t>
            </a:r>
            <a:r>
              <a:rPr lang="en-GB" sz="4400" b="1" i="1" noProof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>
                <a:solidFill>
                  <a:schemeClr val="bg1"/>
                </a:solidFill>
              </a:rPr>
              <a:t>one</a:t>
            </a:r>
            <a:r>
              <a:rPr lang="en-GB" sz="4400" b="1" i="1" noProof="0">
                <a:solidFill>
                  <a:schemeClr val="bg1"/>
                </a:solidFill>
              </a:rPr>
              <a:t>,</a:t>
            </a:r>
            <a:br>
              <a:rPr lang="en-GB" sz="4400" b="0" i="0" noProof="0">
                <a:solidFill>
                  <a:schemeClr val="bg1"/>
                </a:solidFill>
              </a:rPr>
            </a:br>
            <a:r>
              <a:rPr lang="en-GB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1" u="none" noProof="0">
                <a:solidFill>
                  <a:schemeClr val="bg1"/>
                </a:solidFill>
              </a:rPr>
              <a:t>are not </a:t>
            </a:r>
            <a:r>
              <a:rPr lang="en-GB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0">
                <a:solidFill>
                  <a:schemeClr val="bg1"/>
                </a:solidFill>
              </a:rPr>
            </a:br>
            <a:br>
              <a:rPr lang="en-GB" sz="2800" b="0" noProof="0">
                <a:solidFill>
                  <a:schemeClr val="bg1"/>
                </a:solidFill>
              </a:rPr>
            </a:br>
            <a:endParaRPr lang="en-GB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1" noProof="0">
                <a:solidFill>
                  <a:schemeClr val="bg1"/>
                </a:solidFill>
              </a:rPr>
              <a:t>Do not use </a:t>
            </a:r>
            <a:endParaRPr lang="en-GB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0">
                <a:solidFill>
                  <a:schemeClr val="bg1"/>
                </a:solidFill>
              </a:rPr>
            </a:br>
            <a:endParaRPr lang="en-GB" sz="1800" b="0" noProof="0">
              <a:solidFill>
                <a:schemeClr val="bg1"/>
              </a:solidFill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B12B154D-76F1-409D-A798-AA5203EE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C553F6DE-A2B6-4D94-AEFB-33BD67AE7EC1}" type="datetime3">
              <a:rPr lang="en-GB" smtClean="0"/>
              <a:t>9 February, 2026</a:t>
            </a:fld>
            <a:endParaRPr lang="en-GB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D212C3A-1726-4BC5-8AF1-72D08F63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89D5CFC-5012-4F36-B4E7-CE36F67C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1025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276"/>
            </a:lvl1pPr>
            <a:lvl2pPr marL="433503" indent="0" algn="ctr">
              <a:buNone/>
              <a:defRPr sz="1896"/>
            </a:lvl2pPr>
            <a:lvl3pPr marL="867006" indent="0" algn="ctr">
              <a:buNone/>
              <a:defRPr sz="1707"/>
            </a:lvl3pPr>
            <a:lvl4pPr marL="1300510" indent="0" algn="ctr">
              <a:buNone/>
              <a:defRPr sz="1517"/>
            </a:lvl4pPr>
            <a:lvl5pPr marL="1734012" indent="0" algn="ctr">
              <a:buNone/>
              <a:defRPr sz="1517"/>
            </a:lvl5pPr>
            <a:lvl6pPr marL="2167515" indent="0" algn="ctr">
              <a:buNone/>
              <a:defRPr sz="1517"/>
            </a:lvl6pPr>
            <a:lvl7pPr marL="2601018" indent="0" algn="ctr">
              <a:buNone/>
              <a:defRPr sz="1517"/>
            </a:lvl7pPr>
            <a:lvl8pPr marL="3034522" indent="0" algn="ctr">
              <a:buNone/>
              <a:defRPr sz="1517"/>
            </a:lvl8pPr>
            <a:lvl9pPr marL="3468025" indent="0" algn="ctr">
              <a:buNone/>
              <a:defRPr sz="151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4084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9101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1pPr>
            <a:lvl2pPr marL="433503" indent="0">
              <a:buNone/>
              <a:defRPr sz="1896">
                <a:solidFill>
                  <a:schemeClr val="tx1">
                    <a:tint val="75000"/>
                  </a:schemeClr>
                </a:solidFill>
              </a:defRPr>
            </a:lvl2pPr>
            <a:lvl3pPr marL="86700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300510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4pPr>
            <a:lvl5pPr marL="1734012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5pPr>
            <a:lvl6pPr marL="2167515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6pPr>
            <a:lvl7pPr marL="2601018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7pPr>
            <a:lvl8pPr marL="3034522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8pPr>
            <a:lvl9pPr marL="3468025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8204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7792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4"/>
            <a:ext cx="5157787" cy="823912"/>
          </a:xfrm>
        </p:spPr>
        <p:txBody>
          <a:bodyPr anchor="b"/>
          <a:lstStyle>
            <a:lvl1pPr marL="0" indent="0">
              <a:buNone/>
              <a:defRPr sz="2276" b="1"/>
            </a:lvl1pPr>
            <a:lvl2pPr marL="433503" indent="0">
              <a:buNone/>
              <a:defRPr sz="1896" b="1"/>
            </a:lvl2pPr>
            <a:lvl3pPr marL="867006" indent="0">
              <a:buNone/>
              <a:defRPr sz="1707" b="1"/>
            </a:lvl3pPr>
            <a:lvl4pPr marL="1300510" indent="0">
              <a:buNone/>
              <a:defRPr sz="1517" b="1"/>
            </a:lvl4pPr>
            <a:lvl5pPr marL="1734012" indent="0">
              <a:buNone/>
              <a:defRPr sz="1517" b="1"/>
            </a:lvl5pPr>
            <a:lvl6pPr marL="2167515" indent="0">
              <a:buNone/>
              <a:defRPr sz="1517" b="1"/>
            </a:lvl6pPr>
            <a:lvl7pPr marL="2601018" indent="0">
              <a:buNone/>
              <a:defRPr sz="1517" b="1"/>
            </a:lvl7pPr>
            <a:lvl8pPr marL="3034522" indent="0">
              <a:buNone/>
              <a:defRPr sz="1517" b="1"/>
            </a:lvl8pPr>
            <a:lvl9pPr marL="3468025" indent="0">
              <a:buNone/>
              <a:defRPr sz="15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2276" b="1"/>
            </a:lvl1pPr>
            <a:lvl2pPr marL="433503" indent="0">
              <a:buNone/>
              <a:defRPr sz="1896" b="1"/>
            </a:lvl2pPr>
            <a:lvl3pPr marL="867006" indent="0">
              <a:buNone/>
              <a:defRPr sz="1707" b="1"/>
            </a:lvl3pPr>
            <a:lvl4pPr marL="1300510" indent="0">
              <a:buNone/>
              <a:defRPr sz="1517" b="1"/>
            </a:lvl4pPr>
            <a:lvl5pPr marL="1734012" indent="0">
              <a:buNone/>
              <a:defRPr sz="1517" b="1"/>
            </a:lvl5pPr>
            <a:lvl6pPr marL="2167515" indent="0">
              <a:buNone/>
              <a:defRPr sz="1517" b="1"/>
            </a:lvl6pPr>
            <a:lvl7pPr marL="2601018" indent="0">
              <a:buNone/>
              <a:defRPr sz="1517" b="1"/>
            </a:lvl7pPr>
            <a:lvl8pPr marL="3034522" indent="0">
              <a:buNone/>
              <a:defRPr sz="1517" b="1"/>
            </a:lvl8pPr>
            <a:lvl9pPr marL="3468025" indent="0">
              <a:buNone/>
              <a:defRPr sz="15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8125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9018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177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03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</p:spPr>
        <p:txBody>
          <a:bodyPr/>
          <a:lstStyle>
            <a:lvl1pPr>
              <a:defRPr sz="3034"/>
            </a:lvl1pPr>
            <a:lvl2pPr>
              <a:defRPr sz="2655"/>
            </a:lvl2pPr>
            <a:lvl3pPr>
              <a:defRPr sz="2276"/>
            </a:lvl3pPr>
            <a:lvl4pPr>
              <a:defRPr sz="1896"/>
            </a:lvl4pPr>
            <a:lvl5pPr>
              <a:defRPr sz="1896"/>
            </a:lvl5pPr>
            <a:lvl6pPr>
              <a:defRPr sz="1896"/>
            </a:lvl6pPr>
            <a:lvl7pPr>
              <a:defRPr sz="1896"/>
            </a:lvl7pPr>
            <a:lvl8pPr>
              <a:defRPr sz="1896"/>
            </a:lvl8pPr>
            <a:lvl9pPr>
              <a:defRPr sz="18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517"/>
            </a:lvl1pPr>
            <a:lvl2pPr marL="433503" indent="0">
              <a:buNone/>
              <a:defRPr sz="1327"/>
            </a:lvl2pPr>
            <a:lvl3pPr marL="867006" indent="0">
              <a:buNone/>
              <a:defRPr sz="1137"/>
            </a:lvl3pPr>
            <a:lvl4pPr marL="1300510" indent="0">
              <a:buNone/>
              <a:defRPr sz="948"/>
            </a:lvl4pPr>
            <a:lvl5pPr marL="1734012" indent="0">
              <a:buNone/>
              <a:defRPr sz="948"/>
            </a:lvl5pPr>
            <a:lvl6pPr marL="2167515" indent="0">
              <a:buNone/>
              <a:defRPr sz="948"/>
            </a:lvl6pPr>
            <a:lvl7pPr marL="2601018" indent="0">
              <a:buNone/>
              <a:defRPr sz="948"/>
            </a:lvl7pPr>
            <a:lvl8pPr marL="3034522" indent="0">
              <a:buNone/>
              <a:defRPr sz="948"/>
            </a:lvl8pPr>
            <a:lvl9pPr marL="3468025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38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03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</p:spPr>
        <p:txBody>
          <a:bodyPr anchor="t"/>
          <a:lstStyle>
            <a:lvl1pPr marL="0" indent="0">
              <a:buNone/>
              <a:defRPr sz="3034"/>
            </a:lvl1pPr>
            <a:lvl2pPr marL="433503" indent="0">
              <a:buNone/>
              <a:defRPr sz="2655"/>
            </a:lvl2pPr>
            <a:lvl3pPr marL="867006" indent="0">
              <a:buNone/>
              <a:defRPr sz="2276"/>
            </a:lvl3pPr>
            <a:lvl4pPr marL="1300510" indent="0">
              <a:buNone/>
              <a:defRPr sz="1896"/>
            </a:lvl4pPr>
            <a:lvl5pPr marL="1734012" indent="0">
              <a:buNone/>
              <a:defRPr sz="1896"/>
            </a:lvl5pPr>
            <a:lvl6pPr marL="2167515" indent="0">
              <a:buNone/>
              <a:defRPr sz="1896"/>
            </a:lvl6pPr>
            <a:lvl7pPr marL="2601018" indent="0">
              <a:buNone/>
              <a:defRPr sz="1896"/>
            </a:lvl7pPr>
            <a:lvl8pPr marL="3034522" indent="0">
              <a:buNone/>
              <a:defRPr sz="1896"/>
            </a:lvl8pPr>
            <a:lvl9pPr marL="3468025" indent="0">
              <a:buNone/>
              <a:defRPr sz="1896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517"/>
            </a:lvl1pPr>
            <a:lvl2pPr marL="433503" indent="0">
              <a:buNone/>
              <a:defRPr sz="1327"/>
            </a:lvl2pPr>
            <a:lvl3pPr marL="867006" indent="0">
              <a:buNone/>
              <a:defRPr sz="1137"/>
            </a:lvl3pPr>
            <a:lvl4pPr marL="1300510" indent="0">
              <a:buNone/>
              <a:defRPr sz="948"/>
            </a:lvl4pPr>
            <a:lvl5pPr marL="1734012" indent="0">
              <a:buNone/>
              <a:defRPr sz="948"/>
            </a:lvl5pPr>
            <a:lvl6pPr marL="2167515" indent="0">
              <a:buNone/>
              <a:defRPr sz="948"/>
            </a:lvl6pPr>
            <a:lvl7pPr marL="2601018" indent="0">
              <a:buNone/>
              <a:defRPr sz="948"/>
            </a:lvl7pPr>
            <a:lvl8pPr marL="3034522" indent="0">
              <a:buNone/>
              <a:defRPr sz="948"/>
            </a:lvl8pPr>
            <a:lvl9pPr marL="3468025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6249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601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26E5-4FB6-470D-B39B-B21B94617CA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4024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6CC7A50-9125-422E-BB9C-AB16442070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chemeClr val="tx1">
                <a:lumMod val="25000"/>
                <a:lumOff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MY"/>
              <a:t>Insert your image here</a:t>
            </a:r>
          </a:p>
        </p:txBody>
      </p:sp>
    </p:spTree>
    <p:extLst>
      <p:ext uri="{BB962C8B-B14F-4D97-AF65-F5344CB8AC3E}">
        <p14:creationId xmlns:p14="http://schemas.microsoft.com/office/powerpoint/2010/main" val="24929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6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1.xml"/><Relationship Id="rId42" Type="http://schemas.openxmlformats.org/officeDocument/2006/relationships/tags" Target="../tags/tag9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4.xml"/><Relationship Id="rId40" Type="http://schemas.openxmlformats.org/officeDocument/2006/relationships/tags" Target="../tags/tag7.xml"/><Relationship Id="rId45" Type="http://schemas.openxmlformats.org/officeDocument/2006/relationships/tags" Target="../tags/tag1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1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2.xml"/><Relationship Id="rId43" Type="http://schemas.openxmlformats.org/officeDocument/2006/relationships/tags" Target="../tags/tag10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38" Type="http://schemas.openxmlformats.org/officeDocument/2006/relationships/tags" Target="../tags/tag5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9.xml"/><Relationship Id="rId39" Type="http://schemas.openxmlformats.org/officeDocument/2006/relationships/tags" Target="../tags/tag18.xml"/><Relationship Id="rId21" Type="http://schemas.openxmlformats.org/officeDocument/2006/relationships/slideLayout" Target="../slideLayouts/slideLayout64.xml"/><Relationship Id="rId34" Type="http://schemas.openxmlformats.org/officeDocument/2006/relationships/tags" Target="../tags/tag13.xml"/><Relationship Id="rId42" Type="http://schemas.openxmlformats.org/officeDocument/2006/relationships/tags" Target="../tags/tag21.xml"/><Relationship Id="rId47" Type="http://schemas.openxmlformats.org/officeDocument/2006/relationships/image" Target="../media/image1.emf"/><Relationship Id="rId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72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67.xml"/><Relationship Id="rId32" Type="http://schemas.openxmlformats.org/officeDocument/2006/relationships/slideLayout" Target="../slideLayouts/slideLayout75.xml"/><Relationship Id="rId37" Type="http://schemas.openxmlformats.org/officeDocument/2006/relationships/tags" Target="../tags/tag16.xml"/><Relationship Id="rId40" Type="http://schemas.openxmlformats.org/officeDocument/2006/relationships/tags" Target="../tags/tag19.xml"/><Relationship Id="rId45" Type="http://schemas.openxmlformats.org/officeDocument/2006/relationships/tags" Target="../tags/tag2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71.xml"/><Relationship Id="rId36" Type="http://schemas.openxmlformats.org/officeDocument/2006/relationships/tags" Target="../tags/tag15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31" Type="http://schemas.openxmlformats.org/officeDocument/2006/relationships/slideLayout" Target="../slideLayouts/slideLayout74.xml"/><Relationship Id="rId44" Type="http://schemas.openxmlformats.org/officeDocument/2006/relationships/tags" Target="../tags/tag2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73.xml"/><Relationship Id="rId35" Type="http://schemas.openxmlformats.org/officeDocument/2006/relationships/tags" Target="../tags/tag14.xml"/><Relationship Id="rId43" Type="http://schemas.openxmlformats.org/officeDocument/2006/relationships/tags" Target="../tags/tag22.xml"/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8.xml"/><Relationship Id="rId33" Type="http://schemas.openxmlformats.org/officeDocument/2006/relationships/theme" Target="../theme/theme3.xml"/><Relationship Id="rId38" Type="http://schemas.openxmlformats.org/officeDocument/2006/relationships/tags" Target="../tags/tag17.xml"/><Relationship Id="rId46" Type="http://schemas.openxmlformats.org/officeDocument/2006/relationships/image" Target="../media/image19.png"/><Relationship Id="rId20" Type="http://schemas.openxmlformats.org/officeDocument/2006/relationships/slideLayout" Target="../slideLayouts/slideLayout63.xml"/><Relationship Id="rId41" Type="http://schemas.openxmlformats.org/officeDocument/2006/relationships/tags" Target="../tags/tag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22.pn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image" Target="../media/image2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713600"/>
            <a:ext cx="11329200" cy="471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Header</a:t>
            </a:r>
          </a:p>
          <a:p>
            <a:pPr lvl="4"/>
            <a:r>
              <a:rPr lang="en-GB" noProof="0"/>
              <a:t>Level 5, Body</a:t>
            </a:r>
          </a:p>
          <a:p>
            <a:pPr lvl="5"/>
            <a:r>
              <a:rPr lang="en-GB" noProof="0"/>
              <a:t>Level 6</a:t>
            </a:r>
          </a:p>
          <a:p>
            <a:pPr lvl="6"/>
            <a:r>
              <a:rPr lang="en-GB" noProof="0"/>
              <a:t>Level 7, Small Header</a:t>
            </a:r>
          </a:p>
          <a:p>
            <a:pPr lvl="7"/>
            <a:r>
              <a:rPr lang="en-GB" noProof="0"/>
              <a:t>Level 8, Small Body</a:t>
            </a:r>
          </a:p>
          <a:p>
            <a:pPr lvl="8"/>
            <a:r>
              <a:rPr lang="en-GB" noProof="0"/>
              <a:t>Level 9, 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5" y="432000"/>
            <a:ext cx="11327999" cy="11509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D196FE45-B138-495B-BD99-7BEBE7261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200" y="6573600"/>
            <a:ext cx="1224000" cy="16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Nestle Text TF Light" pitchFamily="2" charset="0"/>
              </a:defRPr>
            </a:lvl1pPr>
          </a:lstStyle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8DDD27F8-A12F-4F2D-8F67-0BF210F11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81600" y="6573600"/>
            <a:ext cx="2581200" cy="16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Nestle Text TF Light" pitchFamily="2" charset="0"/>
              </a:defRPr>
            </a:lvl1pPr>
          </a:lstStyle>
          <a:p>
            <a:endParaRPr lang="en-GB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07A9A5EA-5C4F-4DA5-B73F-5F12F8599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000" y="6573600"/>
            <a:ext cx="302400" cy="16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Nestle Text TF Light" pitchFamily="2" charset="0"/>
              </a:defRPr>
            </a:lvl1pPr>
          </a:lstStyle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[WorkArea]" descr="&lt;?xml version=&quot;1.0&quot; encoding=&quot;utf-16&quot;?&gt;&#10;&lt;GridTheme xmlns:xsi=&quot;http://www.w3.org/2001/XMLSchema-instance&quot; xmlns:xsd=&quot;http://www.w3.org/2001/XMLSchema&quot;&gt;&#10;  &lt;GuideLines /&gt;&#10;  &lt;SubGrids&gt;&#10;    &lt;SubGrid&gt;&#10;      &lt;Left&gt;34.0157471&lt;/Left&gt;&#10;      &lt;Top&gt;34.0157471&lt;/Top&gt;&#10;      &lt;Width&gt;74.33071&lt;/Width&gt;&#10;      &lt;Height&gt;471.9685&lt;/Height&gt;&#10;    &lt;/SubGrid&gt;&#10;    &lt;SubGrid&gt;&#10;      &lt;Left&gt;108.346458&lt;/Left&gt;&#10;      &lt;Top&gt;34.0157471&lt;/Top&gt;&#10;      &lt;Width&gt;74.33071&lt;/Width&gt;&#10;      &lt;Height&gt;471.9685&lt;/Height&gt;&#10;    &lt;/SubGrid&gt;&#10;    &lt;SubGrid&gt;&#10;      &lt;Left&gt;182.67717&lt;/Left&gt;&#10;      &lt;Top&gt;34.0157471&lt;/Top&gt;&#10;      &lt;Width&gt;74.33071&lt;/Width&gt;&#10;      &lt;Height&gt;471.9685&lt;/Height&gt;&#10;    &lt;/SubGrid&gt;&#10;    &lt;SubGrid&gt;&#10;      &lt;Left&gt;257.007874&lt;/Left&gt;&#10;      &lt;Top&gt;34.0157471&lt;/Top&gt;&#10;      &lt;Width&gt;74.33071&lt;/Width&gt;&#10;      &lt;Height&gt;471.9685&lt;/Height&gt;&#10;    &lt;/SubGrid&gt;&#10;    &lt;SubGrid&gt;&#10;      &lt;Left&gt;331.3386&lt;/Left&gt;&#10;      &lt;Top&gt;34.0157471&lt;/Top&gt;&#10;      &lt;Width&gt;74.33071&lt;/Width&gt;&#10;      &lt;Height&gt;471.9685&lt;/Height&gt;&#10;    &lt;/SubGrid&gt;&#10;    &lt;SubGrid&gt;&#10;      &lt;Left&gt;405.669281&lt;/Left&gt;&#10;      &lt;Top&gt;34.0157471&lt;/Top&gt;&#10;      &lt;Width&gt;74.33071&lt;/Width&gt;&#10;      &lt;Height&gt;471.9685&lt;/Height&gt;&#10;    &lt;/SubGrid&gt;&#10;    &lt;SubGrid&gt;&#10;      &lt;Left&gt;479.9999&lt;/Left&gt;&#10;      &lt;Top&gt;34.0157471&lt;/Top&gt;&#10;      &lt;Width&gt;74.33071&lt;/Width&gt;&#10;      &lt;Height&gt;471.9685&lt;/Height&gt;&#10;    &lt;/SubGrid&gt;&#10;    &lt;SubGrid&gt;&#10;      &lt;Left&gt;554.3306&lt;/Left&gt;&#10;      &lt;Top&gt;34.0157471&lt;/Top&gt;&#10;      &lt;Width&gt;74.33079&lt;/Width&gt;&#10;      &lt;Height&gt;471.9685&lt;/Height&gt;&#10;    &lt;/SubGrid&gt;&#10;    &lt;SubGrid&gt;&#10;      &lt;Left&gt;628.6613&lt;/Left&gt;&#10;      &lt;Top&gt;34.0157471&lt;/Top&gt;&#10;      &lt;Width&gt;74.33071&lt;/Width&gt;&#10;      &lt;Height&gt;471.9685&lt;/Height&gt;&#10;    &lt;/SubGrid&gt;&#10;    &lt;SubGrid&gt;&#10;      &lt;Left&gt;702.992065&lt;/Left&gt;&#10;      &lt;Top&gt;34.0157471&lt;/Top&gt;&#10;      &lt;Width&gt;74.33071&lt;/Width&gt;&#10;      &lt;Height&gt;471.9685&lt;/Height&gt;&#10;    &lt;/SubGrid&gt;&#10;    &lt;SubGrid&gt;&#10;      &lt;Left&gt;777.322754&lt;/Left&gt;&#10;      &lt;Top&gt;34.0157471&lt;/Top&gt;&#10;      &lt;Width&gt;74.33063&lt;/Width&gt;&#10;      &lt;Height&gt;471.9685&lt;/Height&gt;&#10;    &lt;/SubGrid&gt;&#10;    &lt;SubGrid&gt;&#10;      &lt;Left&gt;851.653442&lt;/Left&gt;&#10;      &lt;Top&gt;34.0157471&lt;/Top&gt;&#10;      &lt;Width&gt;74.33079&lt;/Width&gt;&#10;      &lt;Height&gt;471.9685&lt;/Height&gt;&#10;    &lt;/SubGrid&gt;&#10;  &lt;/SubGrids&gt;&#10;  &lt;WorkArea&gt;&#10;    &lt;Top&gt;34.0157471&lt;/Top&gt;&#10;    &lt;Left&gt;34.0157471&lt;/Left&gt;&#10;    &lt;Width&gt;891.9685&lt;/Width&gt;&#10;    &lt;Height&gt;471.9685&lt;/Height&gt;&#10;  &lt;/WorkArea&gt;&#10;  &lt;AspectW&gt;-1&lt;/AspectW&gt;&#10;  &lt;AspectH&gt;-1&lt;/AspectH&gt;&#10;  &lt;Width&gt;960&lt;/Width&gt;&#10;  &lt;Height&gt;540&lt;/Height&gt;&#10;  &lt;HGap&gt;5&lt;/HGap&gt;&#10;  &lt;VGap&gt;5&lt;/VGap&gt;&#10;  &lt;OfficeVersion&gt;-1&lt;/OfficeVersion&gt;&#10;&lt;/GridTheme&gt;" hidden="1">
            <a:extLst>
              <a:ext uri="{FF2B5EF4-FFF2-40B4-BE49-F238E27FC236}">
                <a16:creationId xmlns:a16="http://schemas.microsoft.com/office/drawing/2014/main" id="{27D2483B-755A-4C7D-9156-ADDFA315E501}"/>
              </a:ext>
            </a:extLst>
          </p:cNvPr>
          <p:cNvSpPr/>
          <p:nvPr userDrawn="1"/>
        </p:nvSpPr>
        <p:spPr>
          <a:xfrm>
            <a:off x="430365" y="432000"/>
            <a:ext cx="11339360" cy="5994000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4" name="Rectangle 23" hidden="1">
            <a:extLst>
              <a:ext uri="{FF2B5EF4-FFF2-40B4-BE49-F238E27FC236}">
                <a16:creationId xmlns:a16="http://schemas.microsoft.com/office/drawing/2014/main" id="{C8F98047-DB0D-4B1E-B04B-535E78530309}"/>
              </a:ext>
            </a:extLst>
          </p:cNvPr>
          <p:cNvSpPr/>
          <p:nvPr userDrawn="1">
            <p:custDataLst>
              <p:tags r:id="rId34"/>
            </p:custDataLst>
          </p:nvPr>
        </p:nvSpPr>
        <p:spPr>
          <a:xfrm>
            <a:off x="432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F3C5C2EC-FE85-47D6-96CD-4A5C6AF21251}"/>
              </a:ext>
            </a:extLst>
          </p:cNvPr>
          <p:cNvSpPr/>
          <p:nvPr userDrawn="1">
            <p:custDataLst>
              <p:tags r:id="rId35"/>
            </p:custDataLst>
          </p:nvPr>
        </p:nvSpPr>
        <p:spPr>
          <a:xfrm>
            <a:off x="1376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6" name="Rectangle 25" hidden="1">
            <a:extLst>
              <a:ext uri="{FF2B5EF4-FFF2-40B4-BE49-F238E27FC236}">
                <a16:creationId xmlns:a16="http://schemas.microsoft.com/office/drawing/2014/main" id="{624D843D-F7F3-42AE-A7BC-D2C29A5A8D6F}"/>
              </a:ext>
            </a:extLst>
          </p:cNvPr>
          <p:cNvSpPr/>
          <p:nvPr userDrawn="1">
            <p:custDataLst>
              <p:tags r:id="rId36"/>
            </p:custDataLst>
          </p:nvPr>
        </p:nvSpPr>
        <p:spPr>
          <a:xfrm>
            <a:off x="2320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7" name="Rectangle 26" hidden="1">
            <a:extLst>
              <a:ext uri="{FF2B5EF4-FFF2-40B4-BE49-F238E27FC236}">
                <a16:creationId xmlns:a16="http://schemas.microsoft.com/office/drawing/2014/main" id="{5092EA94-7DDA-4ECA-807E-A1F87B0C0587}"/>
              </a:ext>
            </a:extLst>
          </p:cNvPr>
          <p:cNvSpPr/>
          <p:nvPr userDrawn="1">
            <p:custDataLst>
              <p:tags r:id="rId37"/>
            </p:custDataLst>
          </p:nvPr>
        </p:nvSpPr>
        <p:spPr>
          <a:xfrm>
            <a:off x="3264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AD2EAB53-A99C-4D3F-BD8C-2B9185FFD246}"/>
              </a:ext>
            </a:extLst>
          </p:cNvPr>
          <p:cNvSpPr/>
          <p:nvPr userDrawn="1">
            <p:custDataLst>
              <p:tags r:id="rId38"/>
            </p:custDataLst>
          </p:nvPr>
        </p:nvSpPr>
        <p:spPr>
          <a:xfrm>
            <a:off x="4208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9" name="Rectangle 28" hidden="1">
            <a:extLst>
              <a:ext uri="{FF2B5EF4-FFF2-40B4-BE49-F238E27FC236}">
                <a16:creationId xmlns:a16="http://schemas.microsoft.com/office/drawing/2014/main" id="{D46AE1DC-9EF8-4023-8E36-5D6A2B9E5D26}"/>
              </a:ext>
            </a:extLst>
          </p:cNvPr>
          <p:cNvSpPr/>
          <p:nvPr userDrawn="1">
            <p:custDataLst>
              <p:tags r:id="rId39"/>
            </p:custDataLst>
          </p:nvPr>
        </p:nvSpPr>
        <p:spPr>
          <a:xfrm>
            <a:off x="5152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0" name="Rectangle 29" hidden="1">
            <a:extLst>
              <a:ext uri="{FF2B5EF4-FFF2-40B4-BE49-F238E27FC236}">
                <a16:creationId xmlns:a16="http://schemas.microsoft.com/office/drawing/2014/main" id="{9D46550F-D408-497D-8DC4-427D2EB97101}"/>
              </a:ext>
            </a:extLst>
          </p:cNvPr>
          <p:cNvSpPr/>
          <p:nvPr userDrawn="1">
            <p:custDataLst>
              <p:tags r:id="rId40"/>
            </p:custDataLst>
          </p:nvPr>
        </p:nvSpPr>
        <p:spPr>
          <a:xfrm>
            <a:off x="6095999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1" name="Rectangle 30" hidden="1">
            <a:extLst>
              <a:ext uri="{FF2B5EF4-FFF2-40B4-BE49-F238E27FC236}">
                <a16:creationId xmlns:a16="http://schemas.microsoft.com/office/drawing/2014/main" id="{52FA79A1-FAEA-4268-9244-77A8CF3A4E2F}"/>
              </a:ext>
            </a:extLst>
          </p:cNvPr>
          <p:cNvSpPr/>
          <p:nvPr userDrawn="1">
            <p:custDataLst>
              <p:tags r:id="rId41"/>
            </p:custDataLst>
          </p:nvPr>
        </p:nvSpPr>
        <p:spPr>
          <a:xfrm>
            <a:off x="7039999" y="432000"/>
            <a:ext cx="944001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2" name="Rectangle 31" hidden="1">
            <a:extLst>
              <a:ext uri="{FF2B5EF4-FFF2-40B4-BE49-F238E27FC236}">
                <a16:creationId xmlns:a16="http://schemas.microsoft.com/office/drawing/2014/main" id="{E8F0D2A1-980A-4426-AA59-D94261E85B9C}"/>
              </a:ext>
            </a:extLst>
          </p:cNvPr>
          <p:cNvSpPr/>
          <p:nvPr userDrawn="1">
            <p:custDataLst>
              <p:tags r:id="rId42"/>
            </p:custDataLst>
          </p:nvPr>
        </p:nvSpPr>
        <p:spPr>
          <a:xfrm>
            <a:off x="7983999" y="432000"/>
            <a:ext cx="943999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3" name="Rectangle 32" hidden="1">
            <a:extLst>
              <a:ext uri="{FF2B5EF4-FFF2-40B4-BE49-F238E27FC236}">
                <a16:creationId xmlns:a16="http://schemas.microsoft.com/office/drawing/2014/main" id="{85CF6BC5-17A9-44DF-A1A8-035871726D0D}"/>
              </a:ext>
            </a:extLst>
          </p:cNvPr>
          <p:cNvSpPr/>
          <p:nvPr userDrawn="1">
            <p:custDataLst>
              <p:tags r:id="rId43"/>
            </p:custDataLst>
          </p:nvPr>
        </p:nvSpPr>
        <p:spPr>
          <a:xfrm>
            <a:off x="8927999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4" name="Rectangle 33" hidden="1">
            <a:extLst>
              <a:ext uri="{FF2B5EF4-FFF2-40B4-BE49-F238E27FC236}">
                <a16:creationId xmlns:a16="http://schemas.microsoft.com/office/drawing/2014/main" id="{B43CE2E4-A931-43AC-B983-7C90778DDB6C}"/>
              </a:ext>
            </a:extLst>
          </p:cNvPr>
          <p:cNvSpPr/>
          <p:nvPr userDrawn="1">
            <p:custDataLst>
              <p:tags r:id="rId44"/>
            </p:custDataLst>
          </p:nvPr>
        </p:nvSpPr>
        <p:spPr>
          <a:xfrm>
            <a:off x="9871999" y="432000"/>
            <a:ext cx="943999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5" name="Rectangle 34" hidden="1">
            <a:extLst>
              <a:ext uri="{FF2B5EF4-FFF2-40B4-BE49-F238E27FC236}">
                <a16:creationId xmlns:a16="http://schemas.microsoft.com/office/drawing/2014/main" id="{436F39D6-5902-4A88-B4F3-4B53ABD24A81}"/>
              </a:ext>
            </a:extLst>
          </p:cNvPr>
          <p:cNvSpPr/>
          <p:nvPr userDrawn="1">
            <p:custDataLst>
              <p:tags r:id="rId45"/>
            </p:custDataLst>
          </p:nvPr>
        </p:nvSpPr>
        <p:spPr>
          <a:xfrm>
            <a:off x="10815999" y="432000"/>
            <a:ext cx="944001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9" name="Rectangle 38" hidden="1">
            <a:extLst>
              <a:ext uri="{FF2B5EF4-FFF2-40B4-BE49-F238E27FC236}">
                <a16:creationId xmlns:a16="http://schemas.microsoft.com/office/drawing/2014/main" id="{E3324983-B0E0-42AA-A00A-5A66B01F7958}"/>
              </a:ext>
            </a:extLst>
          </p:cNvPr>
          <p:cNvSpPr/>
          <p:nvPr userDrawn="1"/>
        </p:nvSpPr>
        <p:spPr>
          <a:xfrm>
            <a:off x="0" y="0"/>
            <a:ext cx="322889" cy="324000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  <p:sp>
        <p:nvSpPr>
          <p:cNvPr id="40" name="Rectangle 39" hidden="1">
            <a:extLst>
              <a:ext uri="{FF2B5EF4-FFF2-40B4-BE49-F238E27FC236}">
                <a16:creationId xmlns:a16="http://schemas.microsoft.com/office/drawing/2014/main" id="{D8351CCF-3908-49FE-90F9-E25557E32AA3}"/>
              </a:ext>
            </a:extLst>
          </p:cNvPr>
          <p:cNvSpPr/>
          <p:nvPr userDrawn="1"/>
        </p:nvSpPr>
        <p:spPr>
          <a:xfrm>
            <a:off x="11866327" y="6536129"/>
            <a:ext cx="322889" cy="324000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  <p:pic>
        <p:nvPicPr>
          <p:cNvPr id="42" name="Logo Nestle">
            <a:extLst>
              <a:ext uri="{FF2B5EF4-FFF2-40B4-BE49-F238E27FC236}">
                <a16:creationId xmlns:a16="http://schemas.microsoft.com/office/drawing/2014/main" id="{7C238445-F6E7-4C5F-8252-6983091387D1}"/>
              </a:ext>
            </a:extLst>
          </p:cNvPr>
          <p:cNvPicPr>
            <a:picLocks noChangeAspect="1"/>
          </p:cNvPicPr>
          <p:nvPr userDrawn="1"/>
        </p:nvPicPr>
        <p:blipFill>
          <a:blip r:embed="rId4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571" y="6277950"/>
            <a:ext cx="1640383" cy="43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65" r:id="rId3"/>
    <p:sldLayoutId id="2147483732" r:id="rId4"/>
    <p:sldLayoutId id="2147483755" r:id="rId5"/>
    <p:sldLayoutId id="2147483743" r:id="rId6"/>
    <p:sldLayoutId id="2147483744" r:id="rId7"/>
    <p:sldLayoutId id="2147483789" r:id="rId8"/>
    <p:sldLayoutId id="2147483788" r:id="rId9"/>
    <p:sldLayoutId id="2147483786" r:id="rId10"/>
    <p:sldLayoutId id="2147483783" r:id="rId11"/>
    <p:sldLayoutId id="2147483784" r:id="rId12"/>
    <p:sldLayoutId id="2147483766" r:id="rId13"/>
    <p:sldLayoutId id="2147483767" r:id="rId14"/>
    <p:sldLayoutId id="2147483782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90" r:id="rId23"/>
    <p:sldLayoutId id="2147483791" r:id="rId24"/>
    <p:sldLayoutId id="2147483792" r:id="rId25"/>
    <p:sldLayoutId id="2147483776" r:id="rId26"/>
    <p:sldLayoutId id="2147483777" r:id="rId27"/>
    <p:sldLayoutId id="2147483778" r:id="rId28"/>
    <p:sldLayoutId id="2147483779" r:id="rId29"/>
    <p:sldLayoutId id="2147483768" r:id="rId30"/>
    <p:sldLayoutId id="2147483760" r:id="rId31"/>
    <p:sldLayoutId id="2147483751" r:id="rId32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2600" b="1" kern="1200">
          <a:solidFill>
            <a:srgbClr val="0067A0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b="1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000" b="1" kern="1200" baseline="0">
          <a:solidFill>
            <a:schemeClr val="tx2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72" userDrawn="1">
          <p15:clr>
            <a:srgbClr val="F26B43"/>
          </p15:clr>
        </p15:guide>
        <p15:guide id="4" orient="horz" pos="997" userDrawn="1">
          <p15:clr>
            <a:srgbClr val="F26B43"/>
          </p15:clr>
        </p15:guide>
        <p15:guide id="5" pos="271" userDrawn="1">
          <p15:clr>
            <a:srgbClr val="F26B43"/>
          </p15:clr>
        </p15:guide>
        <p15:guide id="6" pos="7414" userDrawn="1">
          <p15:clr>
            <a:srgbClr val="F26B43"/>
          </p15:clr>
        </p15:guide>
        <p15:guide id="7" orient="horz" pos="1079" userDrawn="1">
          <p15:clr>
            <a:srgbClr val="F26B43"/>
          </p15:clr>
        </p15:guide>
        <p15:guide id="8" orient="horz" pos="4047" userDrawn="1">
          <p15:clr>
            <a:srgbClr val="F26B43"/>
          </p15:clr>
        </p15:guide>
        <p15:guide id="9" pos="204" userDrawn="1">
          <p15:clr>
            <a:srgbClr val="A4A3A4"/>
          </p15:clr>
        </p15:guide>
        <p15:guide id="10" pos="7474" userDrawn="1">
          <p15:clr>
            <a:srgbClr val="A4A3A4"/>
          </p15:clr>
        </p15:guide>
        <p15:guide id="11" orient="horz" pos="4115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D7855E4-5974-4DD3-A889-A044B02C8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7DFEB1-E201-4B1E-9058-57DD2B97B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F75BC8-FB46-48D5-AAB3-0F69F88BB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07CF4-E85C-4496-B59E-4C968D68722D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B93942-9C4B-43CF-8488-091D97341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C1079C-D862-402D-8B39-6701247CC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8218D-9145-4982-A7C4-3CF03FBD3A12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217006-F45B-F788-E242-27B37233C2F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91151" y="195437"/>
            <a:ext cx="912245" cy="5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6">
            <a:alphaModFix amt="6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713600"/>
            <a:ext cx="11329200" cy="471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Header</a:t>
            </a:r>
          </a:p>
          <a:p>
            <a:pPr lvl="4"/>
            <a:r>
              <a:rPr lang="en-GB" noProof="0"/>
              <a:t>Level 5, Body</a:t>
            </a:r>
          </a:p>
          <a:p>
            <a:pPr lvl="5"/>
            <a:r>
              <a:rPr lang="en-GB" noProof="0"/>
              <a:t>Level 6</a:t>
            </a:r>
          </a:p>
          <a:p>
            <a:pPr lvl="6"/>
            <a:r>
              <a:rPr lang="en-GB" noProof="0"/>
              <a:t>Level 7, Small Header</a:t>
            </a:r>
          </a:p>
          <a:p>
            <a:pPr lvl="7"/>
            <a:r>
              <a:rPr lang="en-GB" noProof="0"/>
              <a:t>Level 8, Small Body</a:t>
            </a:r>
          </a:p>
          <a:p>
            <a:pPr lvl="8"/>
            <a:r>
              <a:rPr lang="en-GB" noProof="0"/>
              <a:t>Level 9, 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5" y="432000"/>
            <a:ext cx="11327999" cy="11509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D196FE45-B138-495B-BD99-7BEBE7261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200" y="6573600"/>
            <a:ext cx="1224000" cy="16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Nestle Text TF Light" pitchFamily="2" charset="0"/>
              </a:defRPr>
            </a:lvl1pPr>
          </a:lstStyle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8DDD27F8-A12F-4F2D-8F67-0BF210F11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81600" y="6573600"/>
            <a:ext cx="2581200" cy="16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Nestle Text TF Light" pitchFamily="2" charset="0"/>
              </a:defRPr>
            </a:lvl1pPr>
          </a:lstStyle>
          <a:p>
            <a:endParaRPr lang="en-GB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07A9A5EA-5C4F-4DA5-B73F-5F12F8599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000" y="6573600"/>
            <a:ext cx="302400" cy="16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Nestle Text TF Light" pitchFamily="2" charset="0"/>
              </a:defRPr>
            </a:lvl1pPr>
          </a:lstStyle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[WorkArea]" descr="&lt;?xml version=&quot;1.0&quot; encoding=&quot;utf-16&quot;?&gt;&#10;&lt;GridTheme xmlns:xsi=&quot;http://www.w3.org/2001/XMLSchema-instance&quot; xmlns:xsd=&quot;http://www.w3.org/2001/XMLSchema&quot;&gt;&#10;  &lt;GuideLines /&gt;&#10;  &lt;SubGrids&gt;&#10;    &lt;SubGrid&gt;&#10;      &lt;Left&gt;34.0157471&lt;/Left&gt;&#10;      &lt;Top&gt;34.0157471&lt;/Top&gt;&#10;      &lt;Width&gt;74.33071&lt;/Width&gt;&#10;      &lt;Height&gt;471.9685&lt;/Height&gt;&#10;    &lt;/SubGrid&gt;&#10;    &lt;SubGrid&gt;&#10;      &lt;Left&gt;108.346458&lt;/Left&gt;&#10;      &lt;Top&gt;34.0157471&lt;/Top&gt;&#10;      &lt;Width&gt;74.33071&lt;/Width&gt;&#10;      &lt;Height&gt;471.9685&lt;/Height&gt;&#10;    &lt;/SubGrid&gt;&#10;    &lt;SubGrid&gt;&#10;      &lt;Left&gt;182.67717&lt;/Left&gt;&#10;      &lt;Top&gt;34.0157471&lt;/Top&gt;&#10;      &lt;Width&gt;74.33071&lt;/Width&gt;&#10;      &lt;Height&gt;471.9685&lt;/Height&gt;&#10;    &lt;/SubGrid&gt;&#10;    &lt;SubGrid&gt;&#10;      &lt;Left&gt;257.007874&lt;/Left&gt;&#10;      &lt;Top&gt;34.0157471&lt;/Top&gt;&#10;      &lt;Width&gt;74.33071&lt;/Width&gt;&#10;      &lt;Height&gt;471.9685&lt;/Height&gt;&#10;    &lt;/SubGrid&gt;&#10;    &lt;SubGrid&gt;&#10;      &lt;Left&gt;331.3386&lt;/Left&gt;&#10;      &lt;Top&gt;34.0157471&lt;/Top&gt;&#10;      &lt;Width&gt;74.33071&lt;/Width&gt;&#10;      &lt;Height&gt;471.9685&lt;/Height&gt;&#10;    &lt;/SubGrid&gt;&#10;    &lt;SubGrid&gt;&#10;      &lt;Left&gt;405.669281&lt;/Left&gt;&#10;      &lt;Top&gt;34.0157471&lt;/Top&gt;&#10;      &lt;Width&gt;74.33071&lt;/Width&gt;&#10;      &lt;Height&gt;471.9685&lt;/Height&gt;&#10;    &lt;/SubGrid&gt;&#10;    &lt;SubGrid&gt;&#10;      &lt;Left&gt;479.9999&lt;/Left&gt;&#10;      &lt;Top&gt;34.0157471&lt;/Top&gt;&#10;      &lt;Width&gt;74.33071&lt;/Width&gt;&#10;      &lt;Height&gt;471.9685&lt;/Height&gt;&#10;    &lt;/SubGrid&gt;&#10;    &lt;SubGrid&gt;&#10;      &lt;Left&gt;554.3306&lt;/Left&gt;&#10;      &lt;Top&gt;34.0157471&lt;/Top&gt;&#10;      &lt;Width&gt;74.33079&lt;/Width&gt;&#10;      &lt;Height&gt;471.9685&lt;/Height&gt;&#10;    &lt;/SubGrid&gt;&#10;    &lt;SubGrid&gt;&#10;      &lt;Left&gt;628.6613&lt;/Left&gt;&#10;      &lt;Top&gt;34.0157471&lt;/Top&gt;&#10;      &lt;Width&gt;74.33071&lt;/Width&gt;&#10;      &lt;Height&gt;471.9685&lt;/Height&gt;&#10;    &lt;/SubGrid&gt;&#10;    &lt;SubGrid&gt;&#10;      &lt;Left&gt;702.992065&lt;/Left&gt;&#10;      &lt;Top&gt;34.0157471&lt;/Top&gt;&#10;      &lt;Width&gt;74.33071&lt;/Width&gt;&#10;      &lt;Height&gt;471.9685&lt;/Height&gt;&#10;    &lt;/SubGrid&gt;&#10;    &lt;SubGrid&gt;&#10;      &lt;Left&gt;777.322754&lt;/Left&gt;&#10;      &lt;Top&gt;34.0157471&lt;/Top&gt;&#10;      &lt;Width&gt;74.33063&lt;/Width&gt;&#10;      &lt;Height&gt;471.9685&lt;/Height&gt;&#10;    &lt;/SubGrid&gt;&#10;    &lt;SubGrid&gt;&#10;      &lt;Left&gt;851.653442&lt;/Left&gt;&#10;      &lt;Top&gt;34.0157471&lt;/Top&gt;&#10;      &lt;Width&gt;74.33079&lt;/Width&gt;&#10;      &lt;Height&gt;471.9685&lt;/Height&gt;&#10;    &lt;/SubGrid&gt;&#10;  &lt;/SubGrids&gt;&#10;  &lt;WorkArea&gt;&#10;    &lt;Top&gt;34.0157471&lt;/Top&gt;&#10;    &lt;Left&gt;34.0157471&lt;/Left&gt;&#10;    &lt;Width&gt;891.9685&lt;/Width&gt;&#10;    &lt;Height&gt;471.9685&lt;/Height&gt;&#10;  &lt;/WorkArea&gt;&#10;  &lt;AspectW&gt;-1&lt;/AspectW&gt;&#10;  &lt;AspectH&gt;-1&lt;/AspectH&gt;&#10;  &lt;Width&gt;960&lt;/Width&gt;&#10;  &lt;Height&gt;540&lt;/Height&gt;&#10;  &lt;HGap&gt;5&lt;/HGap&gt;&#10;  &lt;VGap&gt;5&lt;/VGap&gt;&#10;  &lt;OfficeVersion&gt;-1&lt;/OfficeVersion&gt;&#10;&lt;/GridTheme&gt;" hidden="1">
            <a:extLst>
              <a:ext uri="{FF2B5EF4-FFF2-40B4-BE49-F238E27FC236}">
                <a16:creationId xmlns:a16="http://schemas.microsoft.com/office/drawing/2014/main" id="{27D2483B-755A-4C7D-9156-ADDFA315E501}"/>
              </a:ext>
            </a:extLst>
          </p:cNvPr>
          <p:cNvSpPr/>
          <p:nvPr userDrawn="1"/>
        </p:nvSpPr>
        <p:spPr>
          <a:xfrm>
            <a:off x="430365" y="432000"/>
            <a:ext cx="11339360" cy="5994000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4" name="Rectangle 23" hidden="1">
            <a:extLst>
              <a:ext uri="{FF2B5EF4-FFF2-40B4-BE49-F238E27FC236}">
                <a16:creationId xmlns:a16="http://schemas.microsoft.com/office/drawing/2014/main" id="{C8F98047-DB0D-4B1E-B04B-535E78530309}"/>
              </a:ext>
            </a:extLst>
          </p:cNvPr>
          <p:cNvSpPr/>
          <p:nvPr userDrawn="1">
            <p:custDataLst>
              <p:tags r:id="rId34"/>
            </p:custDataLst>
          </p:nvPr>
        </p:nvSpPr>
        <p:spPr>
          <a:xfrm>
            <a:off x="432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F3C5C2EC-FE85-47D6-96CD-4A5C6AF21251}"/>
              </a:ext>
            </a:extLst>
          </p:cNvPr>
          <p:cNvSpPr/>
          <p:nvPr userDrawn="1">
            <p:custDataLst>
              <p:tags r:id="rId35"/>
            </p:custDataLst>
          </p:nvPr>
        </p:nvSpPr>
        <p:spPr>
          <a:xfrm>
            <a:off x="1376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6" name="Rectangle 25" hidden="1">
            <a:extLst>
              <a:ext uri="{FF2B5EF4-FFF2-40B4-BE49-F238E27FC236}">
                <a16:creationId xmlns:a16="http://schemas.microsoft.com/office/drawing/2014/main" id="{624D843D-F7F3-42AE-A7BC-D2C29A5A8D6F}"/>
              </a:ext>
            </a:extLst>
          </p:cNvPr>
          <p:cNvSpPr/>
          <p:nvPr userDrawn="1">
            <p:custDataLst>
              <p:tags r:id="rId36"/>
            </p:custDataLst>
          </p:nvPr>
        </p:nvSpPr>
        <p:spPr>
          <a:xfrm>
            <a:off x="2320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7" name="Rectangle 26" hidden="1">
            <a:extLst>
              <a:ext uri="{FF2B5EF4-FFF2-40B4-BE49-F238E27FC236}">
                <a16:creationId xmlns:a16="http://schemas.microsoft.com/office/drawing/2014/main" id="{5092EA94-7DDA-4ECA-807E-A1F87B0C0587}"/>
              </a:ext>
            </a:extLst>
          </p:cNvPr>
          <p:cNvSpPr/>
          <p:nvPr userDrawn="1">
            <p:custDataLst>
              <p:tags r:id="rId37"/>
            </p:custDataLst>
          </p:nvPr>
        </p:nvSpPr>
        <p:spPr>
          <a:xfrm>
            <a:off x="3264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AD2EAB53-A99C-4D3F-BD8C-2B9185FFD246}"/>
              </a:ext>
            </a:extLst>
          </p:cNvPr>
          <p:cNvSpPr/>
          <p:nvPr userDrawn="1">
            <p:custDataLst>
              <p:tags r:id="rId38"/>
            </p:custDataLst>
          </p:nvPr>
        </p:nvSpPr>
        <p:spPr>
          <a:xfrm>
            <a:off x="4208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9" name="Rectangle 28" hidden="1">
            <a:extLst>
              <a:ext uri="{FF2B5EF4-FFF2-40B4-BE49-F238E27FC236}">
                <a16:creationId xmlns:a16="http://schemas.microsoft.com/office/drawing/2014/main" id="{D46AE1DC-9EF8-4023-8E36-5D6A2B9E5D26}"/>
              </a:ext>
            </a:extLst>
          </p:cNvPr>
          <p:cNvSpPr/>
          <p:nvPr userDrawn="1">
            <p:custDataLst>
              <p:tags r:id="rId39"/>
            </p:custDataLst>
          </p:nvPr>
        </p:nvSpPr>
        <p:spPr>
          <a:xfrm>
            <a:off x="5152000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0" name="Rectangle 29" hidden="1">
            <a:extLst>
              <a:ext uri="{FF2B5EF4-FFF2-40B4-BE49-F238E27FC236}">
                <a16:creationId xmlns:a16="http://schemas.microsoft.com/office/drawing/2014/main" id="{9D46550F-D408-497D-8DC4-427D2EB97101}"/>
              </a:ext>
            </a:extLst>
          </p:cNvPr>
          <p:cNvSpPr/>
          <p:nvPr userDrawn="1">
            <p:custDataLst>
              <p:tags r:id="rId40"/>
            </p:custDataLst>
          </p:nvPr>
        </p:nvSpPr>
        <p:spPr>
          <a:xfrm>
            <a:off x="6095999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1" name="Rectangle 30" hidden="1">
            <a:extLst>
              <a:ext uri="{FF2B5EF4-FFF2-40B4-BE49-F238E27FC236}">
                <a16:creationId xmlns:a16="http://schemas.microsoft.com/office/drawing/2014/main" id="{52FA79A1-FAEA-4268-9244-77A8CF3A4E2F}"/>
              </a:ext>
            </a:extLst>
          </p:cNvPr>
          <p:cNvSpPr/>
          <p:nvPr userDrawn="1">
            <p:custDataLst>
              <p:tags r:id="rId41"/>
            </p:custDataLst>
          </p:nvPr>
        </p:nvSpPr>
        <p:spPr>
          <a:xfrm>
            <a:off x="7039999" y="432000"/>
            <a:ext cx="944001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2" name="Rectangle 31" hidden="1">
            <a:extLst>
              <a:ext uri="{FF2B5EF4-FFF2-40B4-BE49-F238E27FC236}">
                <a16:creationId xmlns:a16="http://schemas.microsoft.com/office/drawing/2014/main" id="{E8F0D2A1-980A-4426-AA59-D94261E85B9C}"/>
              </a:ext>
            </a:extLst>
          </p:cNvPr>
          <p:cNvSpPr/>
          <p:nvPr userDrawn="1">
            <p:custDataLst>
              <p:tags r:id="rId42"/>
            </p:custDataLst>
          </p:nvPr>
        </p:nvSpPr>
        <p:spPr>
          <a:xfrm>
            <a:off x="7983999" y="432000"/>
            <a:ext cx="943999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3" name="Rectangle 32" hidden="1">
            <a:extLst>
              <a:ext uri="{FF2B5EF4-FFF2-40B4-BE49-F238E27FC236}">
                <a16:creationId xmlns:a16="http://schemas.microsoft.com/office/drawing/2014/main" id="{85CF6BC5-17A9-44DF-A1A8-035871726D0D}"/>
              </a:ext>
            </a:extLst>
          </p:cNvPr>
          <p:cNvSpPr/>
          <p:nvPr userDrawn="1">
            <p:custDataLst>
              <p:tags r:id="rId43"/>
            </p:custDataLst>
          </p:nvPr>
        </p:nvSpPr>
        <p:spPr>
          <a:xfrm>
            <a:off x="8927999" y="432000"/>
            <a:ext cx="944000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4" name="Rectangle 33" hidden="1">
            <a:extLst>
              <a:ext uri="{FF2B5EF4-FFF2-40B4-BE49-F238E27FC236}">
                <a16:creationId xmlns:a16="http://schemas.microsoft.com/office/drawing/2014/main" id="{B43CE2E4-A931-43AC-B983-7C90778DDB6C}"/>
              </a:ext>
            </a:extLst>
          </p:cNvPr>
          <p:cNvSpPr/>
          <p:nvPr userDrawn="1">
            <p:custDataLst>
              <p:tags r:id="rId44"/>
            </p:custDataLst>
          </p:nvPr>
        </p:nvSpPr>
        <p:spPr>
          <a:xfrm>
            <a:off x="9871999" y="432000"/>
            <a:ext cx="943999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5" name="Rectangle 34" hidden="1">
            <a:extLst>
              <a:ext uri="{FF2B5EF4-FFF2-40B4-BE49-F238E27FC236}">
                <a16:creationId xmlns:a16="http://schemas.microsoft.com/office/drawing/2014/main" id="{436F39D6-5902-4A88-B4F3-4B53ABD24A81}"/>
              </a:ext>
            </a:extLst>
          </p:cNvPr>
          <p:cNvSpPr/>
          <p:nvPr userDrawn="1">
            <p:custDataLst>
              <p:tags r:id="rId45"/>
            </p:custDataLst>
          </p:nvPr>
        </p:nvSpPr>
        <p:spPr>
          <a:xfrm>
            <a:off x="10815999" y="432000"/>
            <a:ext cx="944001" cy="5994000"/>
          </a:xfrm>
          <a:prstGeom prst="rect">
            <a:avLst/>
          </a:prstGeom>
          <a:noFill/>
          <a:ln w="12700" cap="flat" cmpd="sng" algn="ctr">
            <a:solidFill>
              <a:srgbClr val="73A039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9" name="Rectangle 38" hidden="1">
            <a:extLst>
              <a:ext uri="{FF2B5EF4-FFF2-40B4-BE49-F238E27FC236}">
                <a16:creationId xmlns:a16="http://schemas.microsoft.com/office/drawing/2014/main" id="{E3324983-B0E0-42AA-A00A-5A66B01F7958}"/>
              </a:ext>
            </a:extLst>
          </p:cNvPr>
          <p:cNvSpPr/>
          <p:nvPr userDrawn="1"/>
        </p:nvSpPr>
        <p:spPr>
          <a:xfrm>
            <a:off x="0" y="0"/>
            <a:ext cx="322889" cy="324000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  <p:sp>
        <p:nvSpPr>
          <p:cNvPr id="40" name="Rectangle 39" hidden="1">
            <a:extLst>
              <a:ext uri="{FF2B5EF4-FFF2-40B4-BE49-F238E27FC236}">
                <a16:creationId xmlns:a16="http://schemas.microsoft.com/office/drawing/2014/main" id="{D8351CCF-3908-49FE-90F9-E25557E32AA3}"/>
              </a:ext>
            </a:extLst>
          </p:cNvPr>
          <p:cNvSpPr/>
          <p:nvPr userDrawn="1"/>
        </p:nvSpPr>
        <p:spPr>
          <a:xfrm>
            <a:off x="11866327" y="6536129"/>
            <a:ext cx="322889" cy="324000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  <p:pic>
        <p:nvPicPr>
          <p:cNvPr id="42" name="Logo Nestle">
            <a:extLst>
              <a:ext uri="{FF2B5EF4-FFF2-40B4-BE49-F238E27FC236}">
                <a16:creationId xmlns:a16="http://schemas.microsoft.com/office/drawing/2014/main" id="{7C238445-F6E7-4C5F-8252-6983091387D1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8571" y="6277950"/>
            <a:ext cx="1640383" cy="43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2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  <p:sldLayoutId id="2147483824" r:id="rId19"/>
    <p:sldLayoutId id="2147483825" r:id="rId20"/>
    <p:sldLayoutId id="2147483826" r:id="rId21"/>
    <p:sldLayoutId id="2147483827" r:id="rId22"/>
    <p:sldLayoutId id="2147483828" r:id="rId23"/>
    <p:sldLayoutId id="2147483829" r:id="rId24"/>
    <p:sldLayoutId id="2147483830" r:id="rId25"/>
    <p:sldLayoutId id="2147483831" r:id="rId26"/>
    <p:sldLayoutId id="2147483832" r:id="rId27"/>
    <p:sldLayoutId id="2147483833" r:id="rId28"/>
    <p:sldLayoutId id="2147483834" r:id="rId29"/>
    <p:sldLayoutId id="2147483835" r:id="rId30"/>
    <p:sldLayoutId id="2147483836" r:id="rId31"/>
    <p:sldLayoutId id="2147483837" r:id="rId32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2600" b="1" kern="1200">
          <a:solidFill>
            <a:srgbClr val="0067A0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b="1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000" b="1" kern="1200" baseline="0">
          <a:solidFill>
            <a:schemeClr val="tx2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72">
          <p15:clr>
            <a:srgbClr val="F26B43"/>
          </p15:clr>
        </p15:guide>
        <p15:guide id="4" orient="horz" pos="997">
          <p15:clr>
            <a:srgbClr val="F26B43"/>
          </p15:clr>
        </p15:guide>
        <p15:guide id="5" pos="271">
          <p15:clr>
            <a:srgbClr val="F26B43"/>
          </p15:clr>
        </p15:guide>
        <p15:guide id="6" pos="7414">
          <p15:clr>
            <a:srgbClr val="F26B43"/>
          </p15:clr>
        </p15:guide>
        <p15:guide id="7" orient="horz" pos="1079">
          <p15:clr>
            <a:srgbClr val="F26B43"/>
          </p15:clr>
        </p15:guide>
        <p15:guide id="8" orient="horz" pos="4047">
          <p15:clr>
            <a:srgbClr val="F26B43"/>
          </p15:clr>
        </p15:guide>
        <p15:guide id="9" pos="204">
          <p15:clr>
            <a:srgbClr val="A4A3A4"/>
          </p15:clr>
        </p15:guide>
        <p15:guide id="10" pos="7474">
          <p15:clr>
            <a:srgbClr val="A4A3A4"/>
          </p15:clr>
        </p15:guide>
        <p15:guide id="11" orient="horz" pos="4115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79F41-7C5F-4CE3-9AF7-0D00511247D1}" type="datetime3">
              <a:rPr lang="en-GB" smtClean="0"/>
              <a:pPr/>
              <a:t>9 February,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AD320-0145-465E-81D8-601FAF27345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093B3-2CC0-FA92-EB5C-692CA69B9F7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74320" y="6167061"/>
            <a:ext cx="1541293" cy="6516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66CFAD-9769-7ED3-61FE-A06B5E9BFD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l="81578"/>
          <a:stretch/>
        </p:blipFill>
        <p:spPr>
          <a:xfrm>
            <a:off x="10099040" y="5832945"/>
            <a:ext cx="1818640" cy="88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66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</p:sldLayoutIdLst>
  <p:hf hdr="0"/>
  <p:txStyles>
    <p:titleStyle>
      <a:lvl1pPr algn="l" defTabSz="867006" rtl="0" eaLnBrk="1" latinLnBrk="0" hangingPunct="1">
        <a:lnSpc>
          <a:spcPct val="90000"/>
        </a:lnSpc>
        <a:spcBef>
          <a:spcPct val="0"/>
        </a:spcBef>
        <a:buNone/>
        <a:defRPr sz="41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752" indent="-216752" algn="l" defTabSz="867006" rtl="0" eaLnBrk="1" latinLnBrk="0" hangingPunct="1">
        <a:lnSpc>
          <a:spcPct val="90000"/>
        </a:lnSpc>
        <a:spcBef>
          <a:spcPts val="94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55" indent="-216752" algn="l" defTabSz="867006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2276" kern="1200">
          <a:solidFill>
            <a:schemeClr val="tx1"/>
          </a:solidFill>
          <a:latin typeface="+mn-lt"/>
          <a:ea typeface="+mn-ea"/>
          <a:cs typeface="+mn-cs"/>
        </a:defRPr>
      </a:lvl2pPr>
      <a:lvl3pPr marL="1083757" indent="-216752" algn="l" defTabSz="867006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896" kern="1200">
          <a:solidFill>
            <a:schemeClr val="tx1"/>
          </a:solidFill>
          <a:latin typeface="+mn-lt"/>
          <a:ea typeface="+mn-ea"/>
          <a:cs typeface="+mn-cs"/>
        </a:defRPr>
      </a:lvl3pPr>
      <a:lvl4pPr marL="1517260" indent="-216752" algn="l" defTabSz="867006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4pPr>
      <a:lvl5pPr marL="1950764" indent="-216752" algn="l" defTabSz="867006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5pPr>
      <a:lvl6pPr marL="2384267" indent="-216752" algn="l" defTabSz="867006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6pPr>
      <a:lvl7pPr marL="2817770" indent="-216752" algn="l" defTabSz="867006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7pPr>
      <a:lvl8pPr marL="3251273" indent="-216752" algn="l" defTabSz="867006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8pPr>
      <a:lvl9pPr marL="3684777" indent="-216752" algn="l" defTabSz="867006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7006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1pPr>
      <a:lvl2pPr marL="433503" algn="l" defTabSz="867006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67006" algn="l" defTabSz="867006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3pPr>
      <a:lvl4pPr marL="1300510" algn="l" defTabSz="867006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4pPr>
      <a:lvl5pPr marL="1734012" algn="l" defTabSz="867006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5pPr>
      <a:lvl6pPr marL="2167515" algn="l" defTabSz="867006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6pPr>
      <a:lvl7pPr marL="2601018" algn="l" defTabSz="867006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7pPr>
      <a:lvl8pPr marL="3034522" algn="l" defTabSz="867006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8pPr>
      <a:lvl9pPr marL="3468025" algn="l" defTabSz="867006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66A9E-233E-5341-FA44-3949105D7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B7338FD5-EC90-5BD8-0D84-D4B200444DE7}"/>
              </a:ext>
            </a:extLst>
          </p:cNvPr>
          <p:cNvSpPr/>
          <p:nvPr/>
        </p:nvSpPr>
        <p:spPr>
          <a:xfrm>
            <a:off x="5947542" y="3463636"/>
            <a:ext cx="1838713" cy="1163782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CC4FDC9-B3A5-328C-CF62-A32AD178F6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8951857"/>
              </p:ext>
            </p:extLst>
          </p:nvPr>
        </p:nvGraphicFramePr>
        <p:xfrm>
          <a:off x="92364" y="1520734"/>
          <a:ext cx="11998035" cy="3230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2748C897-CB6B-3532-DA63-DF1BE3A7F6B1}"/>
              </a:ext>
            </a:extLst>
          </p:cNvPr>
          <p:cNvSpPr txBox="1">
            <a:spLocks/>
          </p:cNvSpPr>
          <p:nvPr/>
        </p:nvSpPr>
        <p:spPr>
          <a:xfrm>
            <a:off x="2745066" y="344503"/>
            <a:ext cx="6692629" cy="59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17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99" b="1" i="0" kern="1200">
                <a:solidFill>
                  <a:schemeClr val="tx1"/>
                </a:solidFill>
                <a:latin typeface="Poppins" pitchFamily="2" charset="77"/>
                <a:ea typeface="+mj-ea"/>
                <a:cs typeface="+mj-cs"/>
              </a:defRPr>
            </a:lvl1pPr>
          </a:lstStyle>
          <a:p>
            <a:pPr lvl="0" defTabSz="914400">
              <a:lnSpc>
                <a:spcPct val="83000"/>
              </a:lnSpc>
              <a:defRPr/>
            </a:pPr>
            <a:r>
              <a:rPr lang="en-GB" sz="320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cs typeface="Poppins" panose="00000500000000000000" pitchFamily="2" charset="0"/>
              </a:rPr>
              <a:t>Import Process Overview</a:t>
            </a: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6E04FA87-9ACC-4B86-34F4-F46DD3BB9EC5}"/>
              </a:ext>
            </a:extLst>
          </p:cNvPr>
          <p:cNvSpPr txBox="1">
            <a:spLocks/>
          </p:cNvSpPr>
          <p:nvPr/>
        </p:nvSpPr>
        <p:spPr>
          <a:xfrm>
            <a:off x="7806021" y="5546047"/>
            <a:ext cx="1681075" cy="500393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175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" panose="00000500000000000000" pitchFamily="2" charset="0"/>
              </a:rPr>
              <a:t>Possible area of improvement</a:t>
            </a:r>
          </a:p>
        </p:txBody>
      </p:sp>
      <p:pic>
        <p:nvPicPr>
          <p:cNvPr id="42" name="Picture 41" descr="A cartoon of a person with his hand on his chin&#10;&#10;AI-generated content may be incorrect.">
            <a:extLst>
              <a:ext uri="{FF2B5EF4-FFF2-40B4-BE49-F238E27FC236}">
                <a16:creationId xmlns:a16="http://schemas.microsoft.com/office/drawing/2014/main" id="{DF37AC67-8AEB-E1D0-CCBF-347B113DCD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993" y="4583990"/>
            <a:ext cx="962057" cy="9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7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5C95BD8-70B4-DDCF-92F2-3F0930BE0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4"/>
            <a:ext cx="10515600" cy="944132"/>
          </a:xfrm>
        </p:spPr>
        <p:txBody>
          <a:bodyPr/>
          <a:lstStyle/>
          <a:p>
            <a:r>
              <a:rPr lang="en-US" dirty="0"/>
              <a:t>Important Information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CADC2E-67A4-4A35-4EF4-878799119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927" y="1209964"/>
            <a:ext cx="11102109" cy="4876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Pre-alerts or receipt of scanned copies of clearing documents: Prior to every clearing process, documents are received from suppliers. Depending on the order, some of the most critical documents needed are:</a:t>
            </a:r>
          </a:p>
          <a:p>
            <a:pPr lvl="1">
              <a:lnSpc>
                <a:spcPct val="100000"/>
              </a:lnSpc>
            </a:pPr>
            <a:r>
              <a:rPr lang="en-US" sz="1221" dirty="0"/>
              <a:t>Bill of Lading (for sea shipments) / Air Waybill (for air shipments) / Delivery Note (for road shipments)</a:t>
            </a:r>
          </a:p>
          <a:p>
            <a:pPr lvl="1">
              <a:lnSpc>
                <a:spcPct val="100000"/>
              </a:lnSpc>
            </a:pPr>
            <a:r>
              <a:rPr lang="en-US" sz="1221" dirty="0"/>
              <a:t>Final / Commercial Invoice</a:t>
            </a:r>
          </a:p>
          <a:p>
            <a:pPr lvl="1">
              <a:lnSpc>
                <a:spcPct val="100000"/>
              </a:lnSpc>
            </a:pPr>
            <a:r>
              <a:rPr lang="en-US" sz="1221" dirty="0"/>
              <a:t>Packing List</a:t>
            </a:r>
          </a:p>
          <a:p>
            <a:pPr lvl="1">
              <a:lnSpc>
                <a:spcPct val="100000"/>
              </a:lnSpc>
            </a:pPr>
            <a:r>
              <a:rPr lang="en-US" sz="1221" dirty="0"/>
              <a:t>Certificate of Origin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Customs Declaration (or BOE) is generated in ICUMS after the agent inputs details are per required fields using the documents above (BL/AWB/DN, Invoice, PL &amp; COO)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The draft BOE is then sent to IMPEX for checks and validation. In checking:</a:t>
            </a:r>
          </a:p>
          <a:p>
            <a:pPr lvl="1">
              <a:lnSpc>
                <a:spcPct val="100000"/>
              </a:lnSpc>
            </a:pPr>
            <a:r>
              <a:rPr lang="en-US" sz="1221" dirty="0"/>
              <a:t>Check Shipper, Consignee using BL/AWB/DN</a:t>
            </a:r>
          </a:p>
          <a:p>
            <a:pPr lvl="1">
              <a:lnSpc>
                <a:spcPct val="100000"/>
              </a:lnSpc>
            </a:pPr>
            <a:r>
              <a:rPr lang="en-US" sz="1221" dirty="0"/>
              <a:t>Check Weights on PL</a:t>
            </a:r>
          </a:p>
          <a:p>
            <a:pPr lvl="1">
              <a:lnSpc>
                <a:spcPct val="100000"/>
              </a:lnSpc>
            </a:pPr>
            <a:r>
              <a:rPr lang="en-US" sz="1221" dirty="0"/>
              <a:t>Check HS Code using COO</a:t>
            </a:r>
          </a:p>
          <a:p>
            <a:pPr lvl="1">
              <a:lnSpc>
                <a:spcPct val="100000"/>
              </a:lnSpc>
            </a:pPr>
            <a:r>
              <a:rPr lang="en-US" sz="1221" dirty="0"/>
              <a:t>Check Freight Amount on Invoice (depending on the incoterm: CFR – Cost &amp; Freight, in which case, the invoice should have a freight value stated; CIF – Costs, Insurance and Freight, in which case, the invoice should have values for insurance and freight stated; FCA/FOB – Free Carrier / Free on Board, in which case, there’s no need for a freight value quoted on the invoice)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Section 21 tells you the mode of shipment (e.g., if ‘Entry/Exit’ reads KIA, then consider as air shipment and look out for an AWB; if TMA, consider as sea and look out for a BL)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B1D7A-0842-1342-172D-A299A026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05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6B6CD-DD0E-4C6F-B546-138A0E203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4"/>
            <a:ext cx="10515600" cy="783215"/>
          </a:xfrm>
        </p:spPr>
        <p:txBody>
          <a:bodyPr/>
          <a:lstStyle/>
          <a:p>
            <a:r>
              <a:rPr lang="en-US" dirty="0"/>
              <a:t>Key Information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44921-A0C7-1B04-7DB6-DAE147918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909" y="1099126"/>
            <a:ext cx="11693236" cy="501534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Mostly, the description of goods in section 25 gives an idea whether the HS/Commodity Code used is right or not. You may double check the HS code using the </a:t>
            </a:r>
            <a:r>
              <a:rPr lang="en-US" sz="1600" b="1" dirty="0"/>
              <a:t>CET</a:t>
            </a:r>
            <a:r>
              <a:rPr lang="en-US" sz="1600" dirty="0"/>
              <a:t> File attached as part of documents needed for validation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NB: For CIF shipments, FOB + Insurance + Freight = Total Invoice Value (all in one currency). Currency rate is usually in section 16 to guide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Customs value is calculated on the incoterm (e.g., CIF, FOB, etc.)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For shipments with code 40E68, we pay for Import VAT in full. Also, </a:t>
            </a:r>
            <a:r>
              <a:rPr lang="en-US" sz="1600" b="1" dirty="0"/>
              <a:t>Amount Payable </a:t>
            </a:r>
            <a:r>
              <a:rPr lang="en-US" sz="1600" dirty="0"/>
              <a:t>= Rate (5%) * Customs Value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For 40V02, VAT is exempted for payment later and there is no concession amount. So, </a:t>
            </a:r>
            <a:r>
              <a:rPr lang="en-US" sz="1600" b="1" dirty="0"/>
              <a:t>Amount Payable </a:t>
            </a:r>
            <a:r>
              <a:rPr lang="en-US" sz="1600" dirty="0"/>
              <a:t>= 0.00, </a:t>
            </a:r>
            <a:r>
              <a:rPr lang="en-US" sz="1600" b="1" dirty="0"/>
              <a:t>Amount Exempted </a:t>
            </a:r>
            <a:r>
              <a:rPr lang="en-US" sz="1600" dirty="0"/>
              <a:t>= VAT Rate * Customs Value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For 40U01 &amp; 40W01, Import Duty is exempted.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40W01, Import Duty is exempted, however, we pay taxes.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HS Code can be confirmed in the CET File (column C ‘Description’ and column E ‘ID’). Column E has rates (in %) which are reflected on the BOE in section 40 (Rate column).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3D12E-1B05-19E9-7A90-29007313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3228E-9F77-4DF6-AF13-75131399A6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3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00E69-682C-1ABF-1DBC-C897EFEDD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BCF715-1346-5C7A-8646-457910E24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313" y="0"/>
            <a:ext cx="8599373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199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3D3DE-2F84-A233-967F-E6B78BF1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7ED71-8279-2DBD-5629-D53BB9A57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81" y="0"/>
            <a:ext cx="8237837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88994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heme/theme1.xml><?xml version="1.0" encoding="utf-8"?>
<a:theme xmlns:a="http://schemas.openxmlformats.org/drawingml/2006/main" name="Nestlé 16:9">
  <a:themeElements>
    <a:clrScheme name="Nestle 2020">
      <a:dk1>
        <a:srgbClr val="000000"/>
      </a:dk1>
      <a:lt1>
        <a:srgbClr val="FFFFFF"/>
      </a:lt1>
      <a:dk2>
        <a:srgbClr val="63513D"/>
      </a:dk2>
      <a:lt2>
        <a:srgbClr val="EFEDEB"/>
      </a:lt2>
      <a:accent1>
        <a:srgbClr val="1C9CC8"/>
      </a:accent1>
      <a:accent2>
        <a:srgbClr val="C6007E"/>
      </a:accent2>
      <a:accent3>
        <a:srgbClr val="AC4FC6"/>
      </a:accent3>
      <a:accent4>
        <a:srgbClr val="64A70B"/>
      </a:accent4>
      <a:accent5>
        <a:srgbClr val="FFC600"/>
      </a:accent5>
      <a:accent6>
        <a:srgbClr val="FB6035"/>
      </a:accent6>
      <a:hlink>
        <a:srgbClr val="1C9CC8"/>
      </a:hlink>
      <a:folHlink>
        <a:srgbClr val="6EA70B"/>
      </a:folHlink>
    </a:clrScheme>
    <a:fontScheme name="Nestle">
      <a:majorFont>
        <a:latin typeface="Nestle_Text Book"/>
        <a:ea typeface=""/>
        <a:cs typeface=""/>
      </a:majorFont>
      <a:minorFont>
        <a:latin typeface="Nestle_Text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custClrLst>
    <a:custClr name="Pantone 291C">
      <a:srgbClr val="9BCBEB"/>
    </a:custClr>
    <a:custClr name="Pantone 324 C">
      <a:srgbClr val="9CDBD9"/>
    </a:custClr>
    <a:custClr name="Pantone 367 C">
      <a:srgbClr val="A4D65E"/>
    </a:custClr>
    <a:custClr name="Pantone 106 C">
      <a:srgbClr val="FFEF5F"/>
    </a:custClr>
    <a:custClr name="Pantone 151 C">
      <a:srgbClr val="FF9A36"/>
    </a:custClr>
    <a:custClr name="Pantone 178 C">
      <a:srgbClr val="FF585D"/>
    </a:custClr>
    <a:custClr name="Pantone 224 C">
      <a:srgbClr val="EB6FBD"/>
    </a:custClr>
    <a:custClr name="Pantone 2572 C">
      <a:srgbClr val="C98BDB"/>
    </a:custClr>
    <a:custClr name="Color has no name">
      <a:srgbClr val="FFFFFF"/>
    </a:custClr>
    <a:custClr name="Color has no name">
      <a:srgbClr val="FFFFFF"/>
    </a:custClr>
    <a:custClr name="Pantone 299 C">
      <a:srgbClr val="1C9CC8"/>
    </a:custClr>
    <a:custClr name="Pantone 326 C">
      <a:srgbClr val="00B2A9"/>
    </a:custClr>
    <a:custClr name="Pantone 369 C">
      <a:srgbClr val="64A70B"/>
    </a:custClr>
    <a:custClr name="Pantone 7548 C">
      <a:srgbClr val="FFC600"/>
    </a:custClr>
    <a:custClr name="Pantone 1655 C">
      <a:srgbClr val="FB6035"/>
    </a:custClr>
    <a:custClr name="Pantone 206 C">
      <a:srgbClr val="CE0037"/>
    </a:custClr>
    <a:custClr name="Pantone 233 C">
      <a:srgbClr val="C6007E"/>
    </a:custClr>
    <a:custClr name="Pantone 2582 C">
      <a:srgbClr val="AC4FC6"/>
    </a:custClr>
    <a:custClr name="Color has no name">
      <a:srgbClr val="FFFFFF"/>
    </a:custClr>
    <a:custClr name="Color has no name">
      <a:srgbClr val="FFFFFF"/>
    </a:custClr>
    <a:custClr name="Pantone 641 C">
      <a:srgbClr val="0067A0"/>
    </a:custClr>
    <a:custClr name=" Pantone 7474 C">
      <a:srgbClr val="007681"/>
    </a:custClr>
    <a:custClr name="Pantone 349 C">
      <a:srgbClr val="046A38"/>
    </a:custClr>
    <a:custClr name="Pantone 130 C">
      <a:srgbClr val="F2A900"/>
    </a:custClr>
    <a:custClr name="Pantone 7597 C">
      <a:srgbClr val="D14124"/>
    </a:custClr>
    <a:custClr name="Pantone 207C">
      <a:srgbClr val="A50034"/>
    </a:custClr>
    <a:custClr name="Pantone 228 C">
      <a:srgbClr val="890C58"/>
    </a:custClr>
    <a:custClr name="Pantone 259 C">
      <a:srgbClr val="6D2077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Nestle External.potx" id="{6539623A-19B6-4E35-BA0D-AC9C71935689}" vid="{E05207DA-ED2B-42A8-9BD0-A386F87620C5}"/>
    </a:ext>
  </a:extLst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Nestlé 16:9">
  <a:themeElements>
    <a:clrScheme name="Nestle 2020">
      <a:dk1>
        <a:srgbClr val="000000"/>
      </a:dk1>
      <a:lt1>
        <a:srgbClr val="FFFFFF"/>
      </a:lt1>
      <a:dk2>
        <a:srgbClr val="63513D"/>
      </a:dk2>
      <a:lt2>
        <a:srgbClr val="EFEDEB"/>
      </a:lt2>
      <a:accent1>
        <a:srgbClr val="1C9CC8"/>
      </a:accent1>
      <a:accent2>
        <a:srgbClr val="C6007E"/>
      </a:accent2>
      <a:accent3>
        <a:srgbClr val="AC4FC6"/>
      </a:accent3>
      <a:accent4>
        <a:srgbClr val="64A70B"/>
      </a:accent4>
      <a:accent5>
        <a:srgbClr val="FFC600"/>
      </a:accent5>
      <a:accent6>
        <a:srgbClr val="FB6035"/>
      </a:accent6>
      <a:hlink>
        <a:srgbClr val="1C9CC8"/>
      </a:hlink>
      <a:folHlink>
        <a:srgbClr val="6EA70B"/>
      </a:folHlink>
    </a:clrScheme>
    <a:fontScheme name="Nestle">
      <a:majorFont>
        <a:latin typeface="Nestle_Text Book"/>
        <a:ea typeface=""/>
        <a:cs typeface=""/>
      </a:majorFont>
      <a:minorFont>
        <a:latin typeface="Nestle_Text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custClrLst>
    <a:custClr name="Pantone 291C">
      <a:srgbClr val="9BCBEB"/>
    </a:custClr>
    <a:custClr name="Pantone 324 C">
      <a:srgbClr val="9CDBD9"/>
    </a:custClr>
    <a:custClr name="Pantone 367 C">
      <a:srgbClr val="A4D65E"/>
    </a:custClr>
    <a:custClr name="Pantone 106 C">
      <a:srgbClr val="FFEF5F"/>
    </a:custClr>
    <a:custClr name="Pantone 151 C">
      <a:srgbClr val="FF9A36"/>
    </a:custClr>
    <a:custClr name="Pantone 178 C">
      <a:srgbClr val="FF585D"/>
    </a:custClr>
    <a:custClr name="Pantone 224 C">
      <a:srgbClr val="EB6FBD"/>
    </a:custClr>
    <a:custClr name="Pantone 2572 C">
      <a:srgbClr val="C98BDB"/>
    </a:custClr>
    <a:custClr name="Color has no name">
      <a:srgbClr val="FFFFFF"/>
    </a:custClr>
    <a:custClr name="Color has no name">
      <a:srgbClr val="FFFFFF"/>
    </a:custClr>
    <a:custClr name="Pantone 299 C">
      <a:srgbClr val="1C9CC8"/>
    </a:custClr>
    <a:custClr name="Pantone 326 C">
      <a:srgbClr val="00B2A9"/>
    </a:custClr>
    <a:custClr name="Pantone 369 C">
      <a:srgbClr val="64A70B"/>
    </a:custClr>
    <a:custClr name="Pantone 7548 C">
      <a:srgbClr val="FFC600"/>
    </a:custClr>
    <a:custClr name="Pantone 1655 C">
      <a:srgbClr val="FB6035"/>
    </a:custClr>
    <a:custClr name="Pantone 206 C">
      <a:srgbClr val="CE0037"/>
    </a:custClr>
    <a:custClr name="Pantone 233 C">
      <a:srgbClr val="C6007E"/>
    </a:custClr>
    <a:custClr name="Pantone 2582 C">
      <a:srgbClr val="AC4FC6"/>
    </a:custClr>
    <a:custClr name="Color has no name">
      <a:srgbClr val="FFFFFF"/>
    </a:custClr>
    <a:custClr name="Color has no name">
      <a:srgbClr val="FFFFFF"/>
    </a:custClr>
    <a:custClr name="Pantone 641 C">
      <a:srgbClr val="0067A0"/>
    </a:custClr>
    <a:custClr name=" Pantone 7474 C">
      <a:srgbClr val="007681"/>
    </a:custClr>
    <a:custClr name="Pantone 349 C">
      <a:srgbClr val="046A38"/>
    </a:custClr>
    <a:custClr name="Pantone 130 C">
      <a:srgbClr val="F2A900"/>
    </a:custClr>
    <a:custClr name="Pantone 7597 C">
      <a:srgbClr val="D14124"/>
    </a:custClr>
    <a:custClr name="Pantone 207C">
      <a:srgbClr val="A50034"/>
    </a:custClr>
    <a:custClr name="Pantone 228 C">
      <a:srgbClr val="890C58"/>
    </a:custClr>
    <a:custClr name="Pantone 259 C">
      <a:srgbClr val="6D2077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Nestle External.potx" id="{6539623A-19B6-4E35-BA0D-AC9C71935689}" vid="{E05207DA-ED2B-42A8-9BD0-A386F87620C5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ntone 291C">
      <a:srgbClr val="9BCBEB"/>
    </a:custClr>
    <a:custClr name="Pantone 324 C">
      <a:srgbClr val="9CDBD9"/>
    </a:custClr>
    <a:custClr name="Pantone 367 C">
      <a:srgbClr val="A4D65E"/>
    </a:custClr>
    <a:custClr name="Pantone 106 C">
      <a:srgbClr val="FFEF5F"/>
    </a:custClr>
    <a:custClr name="Pantone 151 C">
      <a:srgbClr val="FF9A36"/>
    </a:custClr>
    <a:custClr name="Pantone 178 C">
      <a:srgbClr val="FF585D"/>
    </a:custClr>
    <a:custClr name="Pantone 224 C">
      <a:srgbClr val="EB6FBD"/>
    </a:custClr>
    <a:custClr name="Pantone 2572 C">
      <a:srgbClr val="C98BDB"/>
    </a:custClr>
    <a:custClr name="Color has no name">
      <a:srgbClr val="FFFFFF"/>
    </a:custClr>
    <a:custClr name="Color has no name">
      <a:srgbClr val="FFFFFF"/>
    </a:custClr>
    <a:custClr name="Pantone 299 C">
      <a:srgbClr val="1C9CC8"/>
    </a:custClr>
    <a:custClr name="Pantone 326 C">
      <a:srgbClr val="00B2A9"/>
    </a:custClr>
    <a:custClr name="Pantone 369 C">
      <a:srgbClr val="64A70B"/>
    </a:custClr>
    <a:custClr name="Pantone 7548 C">
      <a:srgbClr val="FFC600"/>
    </a:custClr>
    <a:custClr name="Pantone 1655 C">
      <a:srgbClr val="FB6035"/>
    </a:custClr>
    <a:custClr name="Pantone 206 C">
      <a:srgbClr val="CE0037"/>
    </a:custClr>
    <a:custClr name="Pantone 233 C">
      <a:srgbClr val="C6007E"/>
    </a:custClr>
    <a:custClr name="Pantone 2582 C">
      <a:srgbClr val="AC4FC6"/>
    </a:custClr>
    <a:custClr name="Color has no name">
      <a:srgbClr val="FFFFFF"/>
    </a:custClr>
    <a:custClr name="Color has no name">
      <a:srgbClr val="FFFFFF"/>
    </a:custClr>
    <a:custClr name="Pantone 641 C">
      <a:srgbClr val="0067A0"/>
    </a:custClr>
    <a:custClr name=" Pantone 7474 C">
      <a:srgbClr val="007681"/>
    </a:custClr>
    <a:custClr name="Pantone 349 C">
      <a:srgbClr val="046A38"/>
    </a:custClr>
    <a:custClr name="Pantone 130 C">
      <a:srgbClr val="F2A900"/>
    </a:custClr>
    <a:custClr name="Pantone 7597 C">
      <a:srgbClr val="D14124"/>
    </a:custClr>
    <a:custClr name="Pantone 207C">
      <a:srgbClr val="A50034"/>
    </a:custClr>
    <a:custClr name="Pantone 228 C">
      <a:srgbClr val="890C58"/>
    </a:custClr>
    <a:custClr name="Pantone 259 C">
      <a:srgbClr val="6D2077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ntone 291C">
      <a:srgbClr val="9BCBEB"/>
    </a:custClr>
    <a:custClr name="Pantone 324 C">
      <a:srgbClr val="9CDBD9"/>
    </a:custClr>
    <a:custClr name="Pantone 367 C">
      <a:srgbClr val="A4D65E"/>
    </a:custClr>
    <a:custClr name="Pantone 106 C">
      <a:srgbClr val="FFEF5F"/>
    </a:custClr>
    <a:custClr name="Pantone 151 C">
      <a:srgbClr val="FF9A36"/>
    </a:custClr>
    <a:custClr name="Pantone 178 C">
      <a:srgbClr val="FF585D"/>
    </a:custClr>
    <a:custClr name="Pantone 224 C">
      <a:srgbClr val="EB6FBD"/>
    </a:custClr>
    <a:custClr name="Pantone 2572 C">
      <a:srgbClr val="C98BDB"/>
    </a:custClr>
    <a:custClr name="Color has no name">
      <a:srgbClr val="FFFFFF"/>
    </a:custClr>
    <a:custClr name="Color has no name">
      <a:srgbClr val="FFFFFF"/>
    </a:custClr>
    <a:custClr name="Pantone 299 C">
      <a:srgbClr val="1C9CC8"/>
    </a:custClr>
    <a:custClr name="Pantone 326 C">
      <a:srgbClr val="00B2A9"/>
    </a:custClr>
    <a:custClr name="Pantone 369 C">
      <a:srgbClr val="64A70B"/>
    </a:custClr>
    <a:custClr name="Pantone 7548 C">
      <a:srgbClr val="FFC600"/>
    </a:custClr>
    <a:custClr name="Pantone 1655 C">
      <a:srgbClr val="FB6035"/>
    </a:custClr>
    <a:custClr name="Pantone 206 C">
      <a:srgbClr val="CE0037"/>
    </a:custClr>
    <a:custClr name="Pantone 233 C">
      <a:srgbClr val="C6007E"/>
    </a:custClr>
    <a:custClr name="Pantone 2582 C">
      <a:srgbClr val="AC4FC6"/>
    </a:custClr>
    <a:custClr name="Color has no name">
      <a:srgbClr val="FFFFFF"/>
    </a:custClr>
    <a:custClr name="Color has no name">
      <a:srgbClr val="FFFFFF"/>
    </a:custClr>
    <a:custClr name="Pantone 641 C">
      <a:srgbClr val="0067A0"/>
    </a:custClr>
    <a:custClr name=" Pantone 7474 C">
      <a:srgbClr val="007681"/>
    </a:custClr>
    <a:custClr name="Pantone 349 C">
      <a:srgbClr val="046A38"/>
    </a:custClr>
    <a:custClr name="Pantone 130 C">
      <a:srgbClr val="F2A900"/>
    </a:custClr>
    <a:custClr name="Pantone 7597 C">
      <a:srgbClr val="D14124"/>
    </a:custClr>
    <a:custClr name="Pantone 207C">
      <a:srgbClr val="A50034"/>
    </a:custClr>
    <a:custClr name="Pantone 228 C">
      <a:srgbClr val="890C58"/>
    </a:custClr>
    <a:custClr name="Pantone 259 C">
      <a:srgbClr val="6D2077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1c9542-bf32-4350-9cad-62fdf95a2529" xsi:nil="true"/>
    <lcf76f155ced4ddcb4097134ff3c332f xmlns="9459e44a-368e-4e83-a9c1-31bbf9b6dcf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A7033D926E2A4ABA7CD477380E8108" ma:contentTypeVersion="10" ma:contentTypeDescription="Create a new document." ma:contentTypeScope="" ma:versionID="424ebf0aa5851f74cb4f44aaf3cbbf9e">
  <xsd:schema xmlns:xsd="http://www.w3.org/2001/XMLSchema" xmlns:xs="http://www.w3.org/2001/XMLSchema" xmlns:p="http://schemas.microsoft.com/office/2006/metadata/properties" xmlns:ns2="9459e44a-368e-4e83-a9c1-31bbf9b6dcfd" xmlns:ns3="031c9542-bf32-4350-9cad-62fdf95a2529" targetNamespace="http://schemas.microsoft.com/office/2006/metadata/properties" ma:root="true" ma:fieldsID="5fb1af5ad738b9f6a82905c8ef2ab4ab" ns2:_="" ns3:_="">
    <xsd:import namespace="9459e44a-368e-4e83-a9c1-31bbf9b6dcfd"/>
    <xsd:import namespace="031c9542-bf32-4350-9cad-62fdf95a25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59e44a-368e-4e83-a9c1-31bbf9b6dc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3b4f369-e68d-40dc-b20e-bd2c7c5d9b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1c9542-bf32-4350-9cad-62fdf95a252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41c41e3d-0edb-4f67-963f-a617b84452fe}" ma:internalName="TaxCatchAll" ma:showField="CatchAllData" ma:web="031c9542-bf32-4350-9cad-62fdf95a25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0AFE5E-A1BF-487E-B5A9-39B0E72372C0}">
  <ds:schemaRefs>
    <ds:schemaRef ds:uri="031c9542-bf32-4350-9cad-62fdf95a2529"/>
    <ds:schemaRef ds:uri="1889a95d-8b75-4922-a8e9-4df5a8e5929c"/>
    <ds:schemaRef ds:uri="60ca7c63-4ebe-4f29-961b-4261f736c6c8"/>
    <ds:schemaRef ds:uri="687c06ca-5c95-42a7-b130-029134799432"/>
    <ds:schemaRef ds:uri="9459e44a-368e-4e83-a9c1-31bbf9b6dcfd"/>
    <ds:schemaRef ds:uri="bfce82e7-b1ac-4327-bf6b-70c51983ca39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E4064C8-E986-4FEC-B7BF-8918328DEE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59e44a-368e-4e83-a9c1-31bbf9b6dcfd"/>
    <ds:schemaRef ds:uri="031c9542-bf32-4350-9cad-62fdf95a25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EBB5B4-97CF-46D2-A3AD-D567F0D24D2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Nestle External</Template>
  <TotalTime>0</TotalTime>
  <Words>552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24" baseType="lpstr">
      <vt:lpstr>Nestle_ScriptCYR</vt:lpstr>
      <vt:lpstr>Arial Rounded MT Bold</vt:lpstr>
      <vt:lpstr>Nestle_BrushAR</vt:lpstr>
      <vt:lpstr>Nestle Brush</vt:lpstr>
      <vt:lpstr>Nestle_ScriptARA</vt:lpstr>
      <vt:lpstr>Nestle Text TF Light</vt:lpstr>
      <vt:lpstr>Nestle_ScriptEUR</vt:lpstr>
      <vt:lpstr>Nestle_Text Book</vt:lpstr>
      <vt:lpstr>Calibri</vt:lpstr>
      <vt:lpstr>Nestle_Brush</vt:lpstr>
      <vt:lpstr>Calibri Light</vt:lpstr>
      <vt:lpstr>Arial</vt:lpstr>
      <vt:lpstr>Nestle_ScriptVIT</vt:lpstr>
      <vt:lpstr>Poppins</vt:lpstr>
      <vt:lpstr>Nestle_ScriptGRK</vt:lpstr>
      <vt:lpstr>Nestlé 16:9</vt:lpstr>
      <vt:lpstr>Conception personnalisée</vt:lpstr>
      <vt:lpstr>1_Nestlé 16:9</vt:lpstr>
      <vt:lpstr>1_Office Theme</vt:lpstr>
      <vt:lpstr>PowerPoint Presentation</vt:lpstr>
      <vt:lpstr>Important Information</vt:lpstr>
      <vt:lpstr>Key Information 2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Nestle Tecommunicationxt 32 pt</dc:title>
  <dc:creator>Asare,Philip,GH-Tema</dc:creator>
  <cp:lastModifiedBy>Asare,Philip,GH-Tema</cp:lastModifiedBy>
  <cp:revision>2</cp:revision>
  <dcterms:created xsi:type="dcterms:W3CDTF">2020-01-30T10:10:54Z</dcterms:created>
  <dcterms:modified xsi:type="dcterms:W3CDTF">2026-02-09T15:30:37Z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0x010100FBA7033D926E2A4ABA7CD477380E8108</vt:lpwstr>
  </property>
  <property fmtid="{D5CDD505-2E9C-101B-9397-08002B2CF9AE}" pid="3" name="Created by">
    <vt:lpwstr>www.skabelondesign.dk</vt:lpwstr>
  </property>
  <property fmtid="{D5CDD505-2E9C-101B-9397-08002B2CF9AE}" pid="4" name="MSIP_Label_1ada0a2f-b917-4d51-b0d0-d418a10c8b23_ActionId">
    <vt:lpwstr>e4629c56-a413-4dba-8b83-728875031b30</vt:lpwstr>
  </property>
  <property fmtid="{D5CDD505-2E9C-101B-9397-08002B2CF9AE}" pid="5" name="MSIP_Label_1ada0a2f-b917-4d51-b0d0-d418a10c8b23_ContentBits">
    <vt:lpwstr>0</vt:lpwstr>
  </property>
  <property fmtid="{D5CDD505-2E9C-101B-9397-08002B2CF9AE}" pid="6" name="MSIP_Label_1ada0a2f-b917-4d51-b0d0-d418a10c8b23_Enabled">
    <vt:lpwstr>true</vt:lpwstr>
  </property>
  <property fmtid="{D5CDD505-2E9C-101B-9397-08002B2CF9AE}" pid="7" name="MSIP_Label_1ada0a2f-b917-4d51-b0d0-d418a10c8b23_Method">
    <vt:lpwstr>Standard</vt:lpwstr>
  </property>
  <property fmtid="{D5CDD505-2E9C-101B-9397-08002B2CF9AE}" pid="8" name="MSIP_Label_1ada0a2f-b917-4d51-b0d0-d418a10c8b23_Name">
    <vt:lpwstr>1ada0a2f-b917-4d51-b0d0-d418a10c8b23</vt:lpwstr>
  </property>
  <property fmtid="{D5CDD505-2E9C-101B-9397-08002B2CF9AE}" pid="9" name="MSIP_Label_1ada0a2f-b917-4d51-b0d0-d418a10c8b23_SetDate">
    <vt:lpwstr>2021-01-13T14:57:18Z</vt:lpwstr>
  </property>
  <property fmtid="{D5CDD505-2E9C-101B-9397-08002B2CF9AE}" pid="10" name="MSIP_Label_1ada0a2f-b917-4d51-b0d0-d418a10c8b23_SiteId">
    <vt:lpwstr>12a3af23-a769-4654-847f-958f3d479f4a</vt:lpwstr>
  </property>
  <property fmtid="{D5CDD505-2E9C-101B-9397-08002B2CF9AE}" pid="11" name="NXPowerLiteLastOptimized">
    <vt:lpwstr>3476634</vt:lpwstr>
  </property>
  <property fmtid="{D5CDD505-2E9C-101B-9397-08002B2CF9AE}" pid="12" name="NXPowerLiteSettings">
    <vt:lpwstr>C7000400038000</vt:lpwstr>
  </property>
  <property fmtid="{D5CDD505-2E9C-101B-9397-08002B2CF9AE}" pid="13" name="NXPowerLiteVersion">
    <vt:lpwstr>S9.0.3</vt:lpwstr>
  </property>
  <property fmtid="{D5CDD505-2E9C-101B-9397-08002B2CF9AE}" pid="14" name="_dlc_DocIdItemGuid">
    <vt:lpwstr>15e5a577-e927-4649-b87c-bc28fe76f58f</vt:lpwstr>
  </property>
  <property fmtid="{D5CDD505-2E9C-101B-9397-08002B2CF9AE}" pid="15" name="MediaServiceImageTags">
    <vt:lpwstr/>
  </property>
</Properties>
</file>